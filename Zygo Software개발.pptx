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4" r:id="rId2"/>
    <p:sldId id="305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7" r:id="rId48"/>
    <p:sldId id="300" r:id="rId49"/>
    <p:sldId id="301" r:id="rId50"/>
    <p:sldId id="302" r:id="rId51"/>
    <p:sldId id="303" r:id="rId52"/>
    <p:sldId id="306" r:id="rId53"/>
    <p:sldId id="311" r:id="rId54"/>
    <p:sldId id="315" r:id="rId55"/>
    <p:sldId id="316" r:id="rId56"/>
    <p:sldId id="314" r:id="rId57"/>
    <p:sldId id="313" r:id="rId58"/>
    <p:sldId id="309" r:id="rId59"/>
    <p:sldId id="308" r:id="rId60"/>
    <p:sldId id="312" r:id="rId61"/>
    <p:sldId id="310" r:id="rId62"/>
    <p:sldId id="317" r:id="rId63"/>
    <p:sldId id="318" r:id="rId64"/>
    <p:sldId id="320" r:id="rId65"/>
    <p:sldId id="319" r:id="rId66"/>
    <p:sldId id="329" r:id="rId67"/>
    <p:sldId id="322" r:id="rId68"/>
    <p:sldId id="330" r:id="rId69"/>
    <p:sldId id="331" r:id="rId70"/>
    <p:sldId id="332" r:id="rId71"/>
    <p:sldId id="333" r:id="rId72"/>
    <p:sldId id="334" r:id="rId73"/>
    <p:sldId id="335" r:id="rId74"/>
    <p:sldId id="336" r:id="rId75"/>
    <p:sldId id="323" r:id="rId76"/>
    <p:sldId id="321" r:id="rId77"/>
    <p:sldId id="324" r:id="rId78"/>
    <p:sldId id="325" r:id="rId79"/>
    <p:sldId id="326" r:id="rId80"/>
    <p:sldId id="327" r:id="rId81"/>
    <p:sldId id="328" r:id="rId82"/>
  </p:sldIdLst>
  <p:sldSz cx="12192000" cy="6858000"/>
  <p:notesSz cx="6797675" cy="98742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>
        <p:scale>
          <a:sx n="125" d="100"/>
          <a:sy n="125" d="100"/>
        </p:scale>
        <p:origin x="-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1FB-DDCB-48DE-AA18-776941098B2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C11B-5C64-4A34-80FA-18D3F30B94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30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1FB-DDCB-48DE-AA18-776941098B2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C11B-5C64-4A34-80FA-18D3F30B94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755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1FB-DDCB-48DE-AA18-776941098B2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C11B-5C64-4A34-80FA-18D3F30B94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31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1FB-DDCB-48DE-AA18-776941098B2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C11B-5C64-4A34-80FA-18D3F30B94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182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1FB-DDCB-48DE-AA18-776941098B2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C11B-5C64-4A34-80FA-18D3F30B94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925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1FB-DDCB-48DE-AA18-776941098B2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C11B-5C64-4A34-80FA-18D3F30B94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137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1FB-DDCB-48DE-AA18-776941098B2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C11B-5C64-4A34-80FA-18D3F30B94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871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1FB-DDCB-48DE-AA18-776941098B2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C11B-5C64-4A34-80FA-18D3F30B94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519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1FB-DDCB-48DE-AA18-776941098B2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C11B-5C64-4A34-80FA-18D3F30B94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80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1FB-DDCB-48DE-AA18-776941098B2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C11B-5C64-4A34-80FA-18D3F30B94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152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C1FB-DDCB-48DE-AA18-776941098B2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C11B-5C64-4A34-80FA-18D3F30B94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842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EC1FB-DDCB-48DE-AA18-776941098B20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7C11B-5C64-4A34-80FA-18D3F30B94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9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13" Type="http://schemas.openxmlformats.org/officeDocument/2006/relationships/slide" Target="slide40.xml"/><Relationship Id="rId3" Type="http://schemas.openxmlformats.org/officeDocument/2006/relationships/slide" Target="slide8.xml"/><Relationship Id="rId7" Type="http://schemas.openxmlformats.org/officeDocument/2006/relationships/slide" Target="slide27.xml"/><Relationship Id="rId12" Type="http://schemas.openxmlformats.org/officeDocument/2006/relationships/slide" Target="slide39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11" Type="http://schemas.openxmlformats.org/officeDocument/2006/relationships/slide" Target="slide38.xml"/><Relationship Id="rId5" Type="http://schemas.openxmlformats.org/officeDocument/2006/relationships/slide" Target="slide10.xml"/><Relationship Id="rId10" Type="http://schemas.openxmlformats.org/officeDocument/2006/relationships/slide" Target="slide37.xml"/><Relationship Id="rId4" Type="http://schemas.openxmlformats.org/officeDocument/2006/relationships/slide" Target="slide9.xml"/><Relationship Id="rId9" Type="http://schemas.openxmlformats.org/officeDocument/2006/relationships/slide" Target="slide33.xml"/><Relationship Id="rId14" Type="http://schemas.openxmlformats.org/officeDocument/2006/relationships/slide" Target="slide4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kb.palt.com/articles/palanalysis-v9-user-guide/" TargetMode="External"/><Relationship Id="rId2" Type="http://schemas.openxmlformats.org/officeDocument/2006/relationships/hyperlink" Target="https://apexturbine.com/support-for-datx-files-with-apex-softwar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ddit.com/r/chemistry/comments/d27uq7/anyone_know_how_to_read_the_data_files_from_a/" TargetMode="External"/><Relationship Id="rId5" Type="http://schemas.openxmlformats.org/officeDocument/2006/relationships/hyperlink" Target="https://support.dewesoft.com/en/support/solutions/articles/14000149430-dewesoftx-2024-1-official-release" TargetMode="External"/><Relationship Id="rId4" Type="http://schemas.openxmlformats.org/officeDocument/2006/relationships/hyperlink" Target="https://www.zygo.com/products/metrology-systems/metrology-software/mx-for-data-exploration" TargetMode="Externa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 smtClean="0"/>
              <a:t>Zygo</a:t>
            </a:r>
            <a:r>
              <a:rPr lang="en-US" altLang="ko-KR" dirty="0" smtClean="0"/>
              <a:t> Software</a:t>
            </a:r>
            <a:r>
              <a:rPr lang="ko-KR" altLang="en-US" dirty="0" smtClean="0"/>
              <a:t>개발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2026.01.13</a:t>
            </a:r>
          </a:p>
          <a:p>
            <a:endParaRPr lang="en-US" altLang="ko-KR" dirty="0"/>
          </a:p>
          <a:p>
            <a:r>
              <a:rPr lang="ko-KR" altLang="en-US" dirty="0" smtClean="0"/>
              <a:t>신  용  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4063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>
                <a:hlinkClick r:id="rId2" action="ppaction://hlinksldjump"/>
              </a:rPr>
              <a:t>Zygo</a:t>
            </a:r>
            <a:r>
              <a:rPr lang="en-US" altLang="ko-KR" dirty="0" smtClean="0">
                <a:hlinkClick r:id="rId2" action="ppaction://hlinksldjump"/>
              </a:rPr>
              <a:t> Class</a:t>
            </a:r>
            <a:endParaRPr lang="en-US" altLang="ko-KR" dirty="0" smtClean="0"/>
          </a:p>
          <a:p>
            <a:r>
              <a:rPr lang="en-US" altLang="ko-KR" dirty="0" err="1" smtClean="0">
                <a:hlinkClick r:id="rId3" action="ppaction://hlinksldjump"/>
              </a:rPr>
              <a:t>Zygo</a:t>
            </a:r>
            <a:r>
              <a:rPr lang="ko-KR" altLang="en-US" dirty="0" smtClean="0">
                <a:hlinkClick r:id="rId3" action="ppaction://hlinksldjump"/>
              </a:rPr>
              <a:t>제어를 위한 </a:t>
            </a:r>
            <a:r>
              <a:rPr lang="en-US" altLang="ko-KR" dirty="0" smtClean="0">
                <a:hlinkClick r:id="rId3" action="ppaction://hlinksldjump"/>
              </a:rPr>
              <a:t>Packet</a:t>
            </a:r>
            <a:r>
              <a:rPr lang="ko-KR" altLang="en-US" dirty="0" smtClean="0">
                <a:hlinkClick r:id="rId3" action="ppaction://hlinksldjump"/>
              </a:rPr>
              <a:t>설계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7926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 smtClean="0"/>
              <a:t>Zygo</a:t>
            </a:r>
            <a:r>
              <a:rPr lang="en-US" altLang="ko-KR" dirty="0" smtClean="0"/>
              <a:t> Class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2026.01.13</a:t>
            </a:r>
          </a:p>
          <a:p>
            <a:endParaRPr lang="en-US" altLang="ko-KR" dirty="0"/>
          </a:p>
          <a:p>
            <a:r>
              <a:rPr lang="ko-KR" altLang="en-US" dirty="0" smtClean="0"/>
              <a:t>신  용  대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934299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/>
              <a:t>Remote </a:t>
            </a:r>
            <a:r>
              <a:rPr lang="en-US" altLang="ko-KR" b="1" i="1" dirty="0" smtClean="0"/>
              <a:t>Access with DLL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b="1" dirty="0" err="1" smtClean="0">
                <a:hlinkClick r:id="rId2" action="ppaction://hlinksldjump"/>
              </a:rPr>
              <a:t>MxClient</a:t>
            </a:r>
            <a:r>
              <a:rPr lang="en-US" altLang="ko-KR" b="1" dirty="0" smtClean="0">
                <a:hlinkClick r:id="rId2" action="ppaction://hlinksldjump"/>
              </a:rPr>
              <a:t> Class</a:t>
            </a:r>
            <a:r>
              <a:rPr lang="en-US" altLang="ko-KR" b="1" dirty="0" smtClean="0"/>
              <a:t>				Class : 1</a:t>
            </a:r>
          </a:p>
          <a:p>
            <a:r>
              <a:rPr lang="en-US" altLang="ko-KR" b="1" dirty="0">
                <a:hlinkClick r:id="rId3" action="ppaction://hlinksldjump"/>
              </a:rPr>
              <a:t>Core </a:t>
            </a:r>
            <a:r>
              <a:rPr lang="en-US" altLang="ko-KR" b="1" dirty="0" smtClean="0">
                <a:hlinkClick r:id="rId3" action="ppaction://hlinksldjump"/>
              </a:rPr>
              <a:t>Class</a:t>
            </a:r>
            <a:r>
              <a:rPr lang="en-US" altLang="ko-KR" b="1" dirty="0"/>
              <a:t>				</a:t>
            </a:r>
            <a:r>
              <a:rPr lang="en-US" altLang="ko-KR" b="1" dirty="0" smtClean="0"/>
              <a:t>Class </a:t>
            </a:r>
            <a:r>
              <a:rPr lang="en-US" altLang="ko-KR" b="1" dirty="0"/>
              <a:t>: </a:t>
            </a:r>
            <a:r>
              <a:rPr lang="en-US" altLang="ko-KR" b="1" dirty="0" smtClean="0"/>
              <a:t>2</a:t>
            </a:r>
          </a:p>
          <a:p>
            <a:r>
              <a:rPr lang="en-US" altLang="ko-KR" b="1" dirty="0" smtClean="0">
                <a:hlinkClick r:id="rId4" action="ppaction://hlinksldjump"/>
              </a:rPr>
              <a:t>Enumerations</a:t>
            </a:r>
            <a:r>
              <a:rPr lang="en-US" altLang="ko-KR" b="1" dirty="0"/>
              <a:t> </a:t>
            </a:r>
            <a:r>
              <a:rPr lang="en-US" altLang="ko-KR" b="1" dirty="0" smtClean="0"/>
              <a:t>				Class </a:t>
            </a:r>
            <a:r>
              <a:rPr lang="en-US" altLang="ko-KR" b="1" dirty="0"/>
              <a:t>: </a:t>
            </a:r>
            <a:r>
              <a:rPr lang="en-US" altLang="ko-KR" b="1" dirty="0" smtClean="0"/>
              <a:t>3</a:t>
            </a:r>
            <a:endParaRPr lang="en-US" altLang="ko-KR" b="1" dirty="0"/>
          </a:p>
          <a:p>
            <a:r>
              <a:rPr lang="en-US" altLang="ko-KR" b="1" dirty="0" err="1">
                <a:hlinkClick r:id="rId5" action="ppaction://hlinksldjump"/>
              </a:rPr>
              <a:t>MxService</a:t>
            </a:r>
            <a:r>
              <a:rPr lang="en-US" altLang="ko-KR" b="1" dirty="0">
                <a:hlinkClick r:id="rId5" action="ppaction://hlinksldjump"/>
              </a:rPr>
              <a:t> </a:t>
            </a:r>
            <a:r>
              <a:rPr lang="en-US" altLang="ko-KR" b="1" dirty="0" smtClean="0">
                <a:hlinkClick r:id="rId5" action="ppaction://hlinksldjump"/>
              </a:rPr>
              <a:t>Class</a:t>
            </a:r>
            <a:r>
              <a:rPr lang="en-US" altLang="ko-KR" b="1" dirty="0"/>
              <a:t> </a:t>
            </a:r>
            <a:r>
              <a:rPr lang="en-US" altLang="ko-KR" b="1" dirty="0" smtClean="0"/>
              <a:t>			Class </a:t>
            </a:r>
            <a:r>
              <a:rPr lang="en-US" altLang="ko-KR" b="1" dirty="0"/>
              <a:t>: </a:t>
            </a:r>
            <a:r>
              <a:rPr lang="en-US" altLang="ko-KR" b="1" dirty="0" smtClean="0"/>
              <a:t>4</a:t>
            </a:r>
          </a:p>
          <a:p>
            <a:r>
              <a:rPr lang="en-US" altLang="ko-KR" b="1" dirty="0" err="1">
                <a:hlinkClick r:id="rId6" action="ppaction://hlinksldjump"/>
              </a:rPr>
              <a:t>InstrumentService</a:t>
            </a:r>
            <a:r>
              <a:rPr lang="en-US" altLang="ko-KR" b="1" dirty="0">
                <a:hlinkClick r:id="rId6" action="ppaction://hlinksldjump"/>
              </a:rPr>
              <a:t> </a:t>
            </a:r>
            <a:r>
              <a:rPr lang="en-US" altLang="ko-KR" b="1" dirty="0" smtClean="0">
                <a:hlinkClick r:id="rId6" action="ppaction://hlinksldjump"/>
              </a:rPr>
              <a:t>Class</a:t>
            </a:r>
            <a:r>
              <a:rPr lang="en-US" altLang="ko-KR" b="1" dirty="0"/>
              <a:t> </a:t>
            </a:r>
            <a:r>
              <a:rPr lang="en-US" altLang="ko-KR" b="1" dirty="0" smtClean="0"/>
              <a:t>		Class </a:t>
            </a:r>
            <a:r>
              <a:rPr lang="en-US" altLang="ko-KR" b="1" dirty="0"/>
              <a:t>: </a:t>
            </a:r>
            <a:r>
              <a:rPr lang="en-US" altLang="ko-KR" b="1" dirty="0" smtClean="0"/>
              <a:t>5</a:t>
            </a:r>
            <a:endParaRPr lang="en-US" altLang="ko-KR" b="1" dirty="0"/>
          </a:p>
          <a:p>
            <a:r>
              <a:rPr lang="en-US" altLang="ko-KR" b="1" dirty="0" err="1">
                <a:hlinkClick r:id="rId7" action="ppaction://hlinksldjump"/>
              </a:rPr>
              <a:t>MasksService</a:t>
            </a:r>
            <a:r>
              <a:rPr lang="en-US" altLang="ko-KR" b="1" dirty="0">
                <a:hlinkClick r:id="rId7" action="ppaction://hlinksldjump"/>
              </a:rPr>
              <a:t> </a:t>
            </a:r>
            <a:r>
              <a:rPr lang="en-US" altLang="ko-KR" b="1" dirty="0" smtClean="0">
                <a:hlinkClick r:id="rId7" action="ppaction://hlinksldjump"/>
              </a:rPr>
              <a:t>Class</a:t>
            </a:r>
            <a:r>
              <a:rPr lang="en-US" altLang="ko-KR" b="1" dirty="0"/>
              <a:t> </a:t>
            </a:r>
            <a:r>
              <a:rPr lang="en-US" altLang="ko-KR" b="1" dirty="0" smtClean="0"/>
              <a:t>			Class : 6</a:t>
            </a:r>
          </a:p>
          <a:p>
            <a:r>
              <a:rPr lang="en-US" altLang="ko-KR" b="1" dirty="0" err="1" smtClean="0">
                <a:hlinkClick r:id="rId8" action="ppaction://hlinksldjump"/>
              </a:rPr>
              <a:t>FiducialsServiceClass</a:t>
            </a:r>
            <a:r>
              <a:rPr lang="en-US" altLang="ko-KR" b="1" dirty="0"/>
              <a:t> </a:t>
            </a:r>
            <a:r>
              <a:rPr lang="en-US" altLang="ko-KR" b="1" dirty="0" smtClean="0"/>
              <a:t>			Class : 7</a:t>
            </a:r>
            <a:endParaRPr lang="en-US" altLang="ko-KR" b="1" dirty="0"/>
          </a:p>
          <a:p>
            <a:r>
              <a:rPr lang="en-US" altLang="ko-KR" b="1" dirty="0" err="1">
                <a:hlinkClick r:id="rId9" action="ppaction://hlinksldjump"/>
              </a:rPr>
              <a:t>MotionService</a:t>
            </a:r>
            <a:r>
              <a:rPr lang="en-US" altLang="ko-KR" b="1" dirty="0">
                <a:hlinkClick r:id="rId9" action="ppaction://hlinksldjump"/>
              </a:rPr>
              <a:t> </a:t>
            </a:r>
            <a:r>
              <a:rPr lang="en-US" altLang="ko-KR" b="1" dirty="0" smtClean="0">
                <a:hlinkClick r:id="rId9" action="ppaction://hlinksldjump"/>
              </a:rPr>
              <a:t>Class</a:t>
            </a:r>
            <a:r>
              <a:rPr lang="en-US" altLang="ko-KR" b="1" dirty="0"/>
              <a:t> </a:t>
            </a:r>
            <a:r>
              <a:rPr lang="en-US" altLang="ko-KR" b="1" dirty="0" smtClean="0"/>
              <a:t>			Class : 8</a:t>
            </a:r>
          </a:p>
          <a:p>
            <a:r>
              <a:rPr lang="en-US" altLang="ko-KR" b="1" dirty="0" err="1">
                <a:hlinkClick r:id="rId10" action="ppaction://hlinksldjump"/>
              </a:rPr>
              <a:t>PatternService</a:t>
            </a:r>
            <a:r>
              <a:rPr lang="en-US" altLang="ko-KR" b="1" dirty="0">
                <a:hlinkClick r:id="rId10" action="ppaction://hlinksldjump"/>
              </a:rPr>
              <a:t> </a:t>
            </a:r>
            <a:r>
              <a:rPr lang="en-US" altLang="ko-KR" b="1" dirty="0" smtClean="0">
                <a:hlinkClick r:id="rId10" action="ppaction://hlinksldjump"/>
              </a:rPr>
              <a:t>Class</a:t>
            </a:r>
            <a:r>
              <a:rPr lang="en-US" altLang="ko-KR" b="1" dirty="0"/>
              <a:t> </a:t>
            </a:r>
            <a:r>
              <a:rPr lang="en-US" altLang="ko-KR" b="1" dirty="0" smtClean="0"/>
              <a:t>			Class : 9</a:t>
            </a:r>
          </a:p>
          <a:p>
            <a:r>
              <a:rPr lang="en-US" altLang="ko-KR" b="1" dirty="0" err="1">
                <a:hlinkClick r:id="rId11" action="ppaction://hlinksldjump"/>
              </a:rPr>
              <a:t>RecipeService</a:t>
            </a:r>
            <a:r>
              <a:rPr lang="en-US" altLang="ko-KR" b="1" dirty="0">
                <a:hlinkClick r:id="rId11" action="ppaction://hlinksldjump"/>
              </a:rPr>
              <a:t> </a:t>
            </a:r>
            <a:r>
              <a:rPr lang="en-US" altLang="ko-KR" b="1" dirty="0" smtClean="0">
                <a:hlinkClick r:id="rId11" action="ppaction://hlinksldjump"/>
              </a:rPr>
              <a:t>Class</a:t>
            </a:r>
            <a:r>
              <a:rPr lang="en-US" altLang="ko-KR" b="1" dirty="0"/>
              <a:t> </a:t>
            </a:r>
            <a:r>
              <a:rPr lang="en-US" altLang="ko-KR" b="1" dirty="0" smtClean="0"/>
              <a:t>			Class : 10</a:t>
            </a:r>
          </a:p>
          <a:p>
            <a:r>
              <a:rPr lang="en-US" altLang="ko-KR" b="1" dirty="0" err="1">
                <a:hlinkClick r:id="rId12" action="ppaction://hlinksldjump"/>
              </a:rPr>
              <a:t>SystemCommandsService</a:t>
            </a:r>
            <a:r>
              <a:rPr lang="en-US" altLang="ko-KR" b="1" dirty="0">
                <a:hlinkClick r:id="rId12" action="ppaction://hlinksldjump"/>
              </a:rPr>
              <a:t> </a:t>
            </a:r>
            <a:r>
              <a:rPr lang="en-US" altLang="ko-KR" b="1" dirty="0" smtClean="0">
                <a:hlinkClick r:id="rId12" action="ppaction://hlinksldjump"/>
              </a:rPr>
              <a:t>Class</a:t>
            </a:r>
            <a:r>
              <a:rPr lang="en-US" altLang="ko-KR" b="1" dirty="0"/>
              <a:t> </a:t>
            </a:r>
            <a:r>
              <a:rPr lang="en-US" altLang="ko-KR" b="1" dirty="0" smtClean="0"/>
              <a:t>	Class : 11</a:t>
            </a:r>
          </a:p>
          <a:p>
            <a:r>
              <a:rPr lang="en-US" altLang="ko-KR" b="1" dirty="0" err="1">
                <a:hlinkClick r:id="rId13" action="ppaction://hlinksldjump"/>
              </a:rPr>
              <a:t>UserInterfaceService</a:t>
            </a:r>
            <a:r>
              <a:rPr lang="en-US" altLang="ko-KR" b="1" dirty="0">
                <a:hlinkClick r:id="rId13" action="ppaction://hlinksldjump"/>
              </a:rPr>
              <a:t> </a:t>
            </a:r>
            <a:r>
              <a:rPr lang="en-US" altLang="ko-KR" b="1" dirty="0" smtClean="0">
                <a:hlinkClick r:id="rId13" action="ppaction://hlinksldjump"/>
              </a:rPr>
              <a:t>Class</a:t>
            </a:r>
            <a:r>
              <a:rPr lang="en-US" altLang="ko-KR" b="1" dirty="0"/>
              <a:t> </a:t>
            </a:r>
            <a:r>
              <a:rPr lang="en-US" altLang="ko-KR" b="1" dirty="0" smtClean="0"/>
              <a:t>		Class : 12</a:t>
            </a:r>
          </a:p>
          <a:p>
            <a:r>
              <a:rPr lang="en-US" altLang="ko-KR" b="1" dirty="0" err="1" smtClean="0">
                <a:hlinkClick r:id="rId14" action="ppaction://hlinksldjump"/>
              </a:rPr>
              <a:t>UserFunctionService</a:t>
            </a:r>
            <a:r>
              <a:rPr lang="en-US" altLang="ko-KR" b="1" dirty="0" smtClean="0">
                <a:hlinkClick r:id="rId14" action="ppaction://hlinksldjump"/>
              </a:rPr>
              <a:t> </a:t>
            </a:r>
            <a:r>
              <a:rPr lang="en-US" altLang="ko-KR" b="1" dirty="0">
                <a:hlinkClick r:id="rId14" action="ppaction://hlinksldjump"/>
              </a:rPr>
              <a:t>Class </a:t>
            </a:r>
            <a:r>
              <a:rPr lang="en-US" altLang="ko-KR" b="1" dirty="0"/>
              <a:t>		Class : </a:t>
            </a:r>
            <a:r>
              <a:rPr lang="en-US" altLang="ko-KR" b="1" dirty="0" smtClean="0"/>
              <a:t>13	(Only use </a:t>
            </a:r>
            <a:r>
              <a:rPr lang="en-US" altLang="ko-KR" b="1" dirty="0" err="1" smtClean="0"/>
              <a:t>GigaVis</a:t>
            </a:r>
            <a:r>
              <a:rPr lang="en-US" altLang="ko-KR" b="1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7833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MxClient</a:t>
            </a:r>
            <a:r>
              <a:rPr lang="en-US" altLang="ko-KR" b="1" dirty="0"/>
              <a:t> Class (Class : </a:t>
            </a:r>
            <a:r>
              <a:rPr lang="en-US" altLang="ko-KR" b="1" dirty="0" smtClean="0"/>
              <a:t>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hlinkClick r:id="rId2" action="ppaction://hlinksldjump"/>
              </a:rPr>
              <a:t>Client </a:t>
            </a:r>
            <a:r>
              <a:rPr lang="en-US" altLang="ko-KR" b="1" dirty="0" smtClean="0">
                <a:hlinkClick r:id="rId2" action="ppaction://hlinksldjump"/>
              </a:rPr>
              <a:t>Initialization</a:t>
            </a:r>
            <a:r>
              <a:rPr lang="en-US" altLang="ko-KR" b="1" dirty="0"/>
              <a:t>				</a:t>
            </a:r>
            <a:r>
              <a:rPr lang="en-US" altLang="ko-KR" b="1" dirty="0" smtClean="0"/>
              <a:t>Group </a:t>
            </a:r>
            <a:r>
              <a:rPr lang="en-US" altLang="ko-KR" b="1" dirty="0"/>
              <a:t>: </a:t>
            </a:r>
            <a:r>
              <a:rPr lang="en-US" altLang="ko-KR" b="1" dirty="0" smtClean="0"/>
              <a:t>1</a:t>
            </a:r>
          </a:p>
          <a:p>
            <a:r>
              <a:rPr lang="en-US" altLang="ko-KR" b="1" dirty="0" smtClean="0">
                <a:hlinkClick r:id="rId2" action="ppaction://hlinksldjump"/>
              </a:rPr>
              <a:t>Client Connection</a:t>
            </a:r>
            <a:r>
              <a:rPr lang="en-US" altLang="ko-KR" b="1" dirty="0" smtClean="0"/>
              <a:t>				Group </a:t>
            </a:r>
            <a:r>
              <a:rPr lang="en-US" altLang="ko-KR" b="1" dirty="0"/>
              <a:t>: </a:t>
            </a:r>
            <a:r>
              <a:rPr lang="en-US" altLang="ko-KR" b="1" dirty="0" smtClean="0"/>
              <a:t>2</a:t>
            </a:r>
          </a:p>
          <a:p>
            <a:r>
              <a:rPr lang="en-US" altLang="ko-KR" b="1" dirty="0" smtClean="0">
                <a:hlinkClick r:id="rId2" action="ppaction://hlinksldjump"/>
              </a:rPr>
              <a:t>Client Termination</a:t>
            </a:r>
            <a:r>
              <a:rPr lang="en-US" altLang="ko-KR" b="1" dirty="0"/>
              <a:t>				</a:t>
            </a:r>
            <a:r>
              <a:rPr lang="en-US" altLang="ko-KR" b="1" dirty="0" smtClean="0"/>
              <a:t>Group </a:t>
            </a:r>
            <a:r>
              <a:rPr lang="en-US" altLang="ko-KR" b="1" dirty="0"/>
              <a:t>: </a:t>
            </a:r>
            <a:r>
              <a:rPr lang="en-US" altLang="ko-KR" b="1" dirty="0" smtClean="0"/>
              <a:t>3</a:t>
            </a:r>
          </a:p>
          <a:p>
            <a:r>
              <a:rPr lang="en-US" altLang="ko-KR" b="1" dirty="0">
                <a:hlinkClick r:id="rId3" action="ppaction://hlinksldjump"/>
              </a:rPr>
              <a:t>Service Class </a:t>
            </a:r>
            <a:r>
              <a:rPr lang="en-US" altLang="ko-KR" b="1" dirty="0" smtClean="0">
                <a:hlinkClick r:id="rId3" action="ppaction://hlinksldjump"/>
              </a:rPr>
              <a:t>Members</a:t>
            </a:r>
            <a:r>
              <a:rPr lang="en-US" altLang="ko-KR" b="1" dirty="0"/>
              <a:t>			</a:t>
            </a:r>
            <a:r>
              <a:rPr lang="en-US" altLang="ko-KR" b="1" dirty="0" smtClean="0"/>
              <a:t>Group </a:t>
            </a:r>
            <a:r>
              <a:rPr lang="en-US" altLang="ko-KR" b="1" dirty="0"/>
              <a:t>: </a:t>
            </a:r>
            <a:r>
              <a:rPr lang="en-US" altLang="ko-KR" b="1" dirty="0" smtClean="0"/>
              <a:t>4</a:t>
            </a:r>
            <a:endParaRPr lang="ko-KR" altLang="en-US" dirty="0"/>
          </a:p>
          <a:p>
            <a:endParaRPr lang="en-US" altLang="ko-KR" b="1" dirty="0" smtClean="0"/>
          </a:p>
          <a:p>
            <a:endParaRPr lang="en-US" altLang="ko-KR" b="1" dirty="0" smtClean="0"/>
          </a:p>
        </p:txBody>
      </p:sp>
      <p:sp>
        <p:nvSpPr>
          <p:cNvPr id="4" name="실행 단추: 돌아가기 3">
            <a:hlinkClick r:id="rId4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023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MxClient</a:t>
            </a:r>
            <a:r>
              <a:rPr lang="en-US" altLang="ko-KR" b="1" dirty="0"/>
              <a:t> Class (Class : </a:t>
            </a:r>
            <a:r>
              <a:rPr lang="en-US" altLang="ko-KR" b="1" dirty="0" smtClean="0"/>
              <a:t>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b="1" dirty="0"/>
              <a:t>Client Initialization </a:t>
            </a:r>
            <a:r>
              <a:rPr lang="en-US" altLang="ko-KR" b="1" dirty="0" smtClean="0"/>
              <a:t>	(</a:t>
            </a:r>
            <a:r>
              <a:rPr lang="en-US" altLang="ko-KR" b="1" dirty="0"/>
              <a:t>Group : </a:t>
            </a:r>
            <a:r>
              <a:rPr lang="en-US" altLang="ko-KR" b="1" dirty="0" smtClean="0"/>
              <a:t>1)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MxClient</a:t>
            </a:r>
            <a:r>
              <a:rPr lang="en-US" altLang="ko-KR" dirty="0" smtClean="0"/>
              <a:t>();	(Item : 1)</a:t>
            </a:r>
          </a:p>
          <a:p>
            <a:pPr lvl="2"/>
            <a:r>
              <a:rPr lang="en-US" altLang="ko-KR" dirty="0"/>
              <a:t>Initializes a new instance of the </a:t>
            </a:r>
            <a:r>
              <a:rPr lang="en-US" altLang="ko-KR" dirty="0" err="1"/>
              <a:t>MxClient</a:t>
            </a:r>
            <a:r>
              <a:rPr lang="en-US" altLang="ko-KR" dirty="0"/>
              <a:t> class using the host "</a:t>
            </a:r>
            <a:r>
              <a:rPr lang="en-US" altLang="ko-KR" dirty="0" smtClean="0"/>
              <a:t>localhost“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MxClient</a:t>
            </a:r>
            <a:r>
              <a:rPr lang="en-US" altLang="ko-KR" dirty="0"/>
              <a:t>(string host);	(Item : </a:t>
            </a:r>
            <a:r>
              <a:rPr lang="en-US" altLang="ko-KR" dirty="0" smtClean="0"/>
              <a:t>2)</a:t>
            </a:r>
          </a:p>
          <a:p>
            <a:pPr lvl="2"/>
            <a:r>
              <a:rPr lang="en-US" altLang="ko-KR" dirty="0"/>
              <a:t>The hostname or IP address of the remote </a:t>
            </a:r>
            <a:r>
              <a:rPr lang="en-US" altLang="ko-KR" dirty="0" err="1"/>
              <a:t>Mx</a:t>
            </a:r>
            <a:r>
              <a:rPr lang="en-US" altLang="ko-KR" dirty="0"/>
              <a:t> server</a:t>
            </a:r>
            <a:endParaRPr lang="en-US" altLang="ko-KR" b="1" dirty="0" smtClean="0"/>
          </a:p>
          <a:p>
            <a:r>
              <a:rPr lang="en-US" altLang="ko-KR" b="1" dirty="0"/>
              <a:t>Client Connection	 (Group : </a:t>
            </a:r>
            <a:r>
              <a:rPr lang="en-US" altLang="ko-KR" b="1" dirty="0" smtClean="0"/>
              <a:t>2)</a:t>
            </a:r>
          </a:p>
          <a:p>
            <a:pPr lvl="1"/>
            <a:r>
              <a:rPr lang="en-US" altLang="ko-KR" dirty="0"/>
              <a:t>public void Connect(bool </a:t>
            </a:r>
            <a:r>
              <a:rPr lang="en-US" altLang="ko-KR" dirty="0" err="1"/>
              <a:t>forceIfActive</a:t>
            </a:r>
            <a:r>
              <a:rPr lang="en-US" altLang="ko-KR" dirty="0"/>
              <a:t>);	 (Item : </a:t>
            </a:r>
            <a:r>
              <a:rPr lang="en-US" altLang="ko-KR" dirty="0" smtClean="0"/>
              <a:t>1)</a:t>
            </a:r>
          </a:p>
          <a:p>
            <a:pPr lvl="2"/>
            <a:r>
              <a:rPr lang="en-US" altLang="ko-KR" sz="1800" dirty="0"/>
              <a:t>If true, forces </a:t>
            </a:r>
            <a:r>
              <a:rPr lang="en-US" altLang="ko-KR" sz="1800" dirty="0" err="1"/>
              <a:t>Mx</a:t>
            </a:r>
            <a:r>
              <a:rPr lang="en-US" altLang="ko-KR" sz="1800" dirty="0"/>
              <a:t> to terminate any existing connection prior </a:t>
            </a:r>
            <a:r>
              <a:rPr lang="en-US" altLang="ko-KR" sz="1800" dirty="0" smtClean="0"/>
              <a:t>to </a:t>
            </a:r>
            <a:r>
              <a:rPr lang="en-US" altLang="ko-KR" sz="1800" dirty="0"/>
              <a:t>establishing this </a:t>
            </a:r>
            <a:r>
              <a:rPr lang="en-US" altLang="ko-KR" sz="1800" dirty="0" smtClean="0"/>
              <a:t>one</a:t>
            </a:r>
          </a:p>
          <a:p>
            <a:pPr lvl="1"/>
            <a:r>
              <a:rPr lang="en-US" altLang="ko-KR" sz="2000" dirty="0"/>
              <a:t>public bool Connected;	 (Item : </a:t>
            </a:r>
            <a:r>
              <a:rPr lang="en-US" altLang="ko-KR" sz="2000" dirty="0" smtClean="0"/>
              <a:t>2)</a:t>
            </a:r>
          </a:p>
          <a:p>
            <a:pPr lvl="2"/>
            <a:r>
              <a:rPr lang="en-US" altLang="ko-KR" sz="1600" dirty="0"/>
              <a:t>Returns true if connected to </a:t>
            </a:r>
            <a:r>
              <a:rPr lang="en-US" altLang="ko-KR" sz="1600" dirty="0" err="1"/>
              <a:t>Mx</a:t>
            </a:r>
            <a:r>
              <a:rPr lang="en-US" altLang="ko-KR" sz="1600" dirty="0"/>
              <a:t>, false otherwise</a:t>
            </a:r>
            <a:endParaRPr lang="en-US" altLang="ko-KR" sz="1800" b="1" dirty="0" smtClean="0"/>
          </a:p>
          <a:p>
            <a:r>
              <a:rPr lang="en-US" altLang="ko-KR" b="1" dirty="0" smtClean="0"/>
              <a:t>Client </a:t>
            </a:r>
            <a:r>
              <a:rPr lang="en-US" altLang="ko-KR" b="1" dirty="0"/>
              <a:t>Termination	 (Group : 3</a:t>
            </a:r>
            <a:r>
              <a:rPr lang="en-US" altLang="ko-KR" b="1" dirty="0" smtClean="0"/>
              <a:t>)</a:t>
            </a:r>
          </a:p>
          <a:p>
            <a:pPr lvl="1"/>
            <a:r>
              <a:rPr lang="en-US" altLang="ko-KR" dirty="0"/>
              <a:t>public void Terminate();	 (Item : 1)</a:t>
            </a:r>
            <a:endParaRPr lang="en-US" altLang="ko-KR" dirty="0" smtClean="0"/>
          </a:p>
          <a:p>
            <a:pPr lvl="2"/>
            <a:r>
              <a:rPr lang="en-US" altLang="ko-KR" dirty="0"/>
              <a:t>Terminates the remote connection to </a:t>
            </a:r>
            <a:r>
              <a:rPr lang="en-US" altLang="ko-KR" dirty="0" err="1" smtClean="0"/>
              <a:t>Mx</a:t>
            </a:r>
            <a:endParaRPr lang="en-US" altLang="ko-KR" b="1" dirty="0" smtClean="0"/>
          </a:p>
        </p:txBody>
      </p:sp>
      <p:sp>
        <p:nvSpPr>
          <p:cNvPr id="4" name="실행 단추: 돌아가기 3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956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MxClient</a:t>
            </a:r>
            <a:r>
              <a:rPr lang="en-US" altLang="ko-KR" b="1" dirty="0"/>
              <a:t> Class (Class : </a:t>
            </a:r>
            <a:r>
              <a:rPr lang="en-US" altLang="ko-KR" b="1" dirty="0" smtClean="0"/>
              <a:t>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b="1" dirty="0"/>
              <a:t>Service Class Members	 (Group : </a:t>
            </a:r>
            <a:r>
              <a:rPr lang="en-US" altLang="ko-KR" b="1" dirty="0" smtClean="0"/>
              <a:t>4)</a:t>
            </a:r>
            <a:endParaRPr lang="ko-KR" altLang="en-US" dirty="0"/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MxService</a:t>
            </a:r>
            <a:r>
              <a:rPr lang="en-US" altLang="ko-KR" dirty="0"/>
              <a:t> </a:t>
            </a:r>
            <a:r>
              <a:rPr lang="en-US" altLang="ko-KR" dirty="0" err="1"/>
              <a:t>Mx</a:t>
            </a:r>
            <a:r>
              <a:rPr lang="en-US" altLang="ko-KR" dirty="0"/>
              <a:t>;	 (Item : 1)</a:t>
            </a:r>
            <a:endParaRPr lang="en-US" altLang="ko-KR" dirty="0" smtClean="0"/>
          </a:p>
          <a:p>
            <a:pPr lvl="2"/>
            <a:r>
              <a:rPr lang="en-US" altLang="ko-KR" dirty="0"/>
              <a:t>The </a:t>
            </a:r>
            <a:r>
              <a:rPr lang="en-US" altLang="ko-KR" dirty="0" err="1"/>
              <a:t>MxService</a:t>
            </a:r>
            <a:r>
              <a:rPr lang="en-US" altLang="ko-KR" dirty="0"/>
              <a:t> instance associated with this client</a:t>
            </a:r>
            <a:endParaRPr lang="en-US" altLang="ko-KR" dirty="0" smtClean="0"/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InstrumentService</a:t>
            </a:r>
            <a:r>
              <a:rPr lang="en-US" altLang="ko-KR" dirty="0"/>
              <a:t> Instrument</a:t>
            </a:r>
            <a:r>
              <a:rPr lang="en-US" altLang="ko-KR" dirty="0" smtClean="0"/>
              <a:t>;	(</a:t>
            </a:r>
            <a:r>
              <a:rPr lang="en-US" altLang="ko-KR" dirty="0"/>
              <a:t>Item : </a:t>
            </a:r>
            <a:r>
              <a:rPr lang="en-US" altLang="ko-KR" dirty="0" smtClean="0"/>
              <a:t>2)</a:t>
            </a:r>
          </a:p>
          <a:p>
            <a:pPr lvl="2"/>
            <a:r>
              <a:rPr lang="en-US" altLang="ko-KR" dirty="0"/>
              <a:t>The </a:t>
            </a:r>
            <a:r>
              <a:rPr lang="en-US" altLang="ko-KR" dirty="0" err="1"/>
              <a:t>InstrumentService</a:t>
            </a:r>
            <a:r>
              <a:rPr lang="en-US" altLang="ko-KR" dirty="0"/>
              <a:t> instance associated with this client</a:t>
            </a:r>
            <a:endParaRPr lang="en-US" altLang="ko-KR" dirty="0" smtClean="0"/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MasksService</a:t>
            </a:r>
            <a:r>
              <a:rPr lang="en-US" altLang="ko-KR" dirty="0"/>
              <a:t> Masks;	</a:t>
            </a:r>
            <a:r>
              <a:rPr lang="en-US" altLang="ko-KR" dirty="0" smtClean="0"/>
              <a:t>(</a:t>
            </a:r>
            <a:r>
              <a:rPr lang="en-US" altLang="ko-KR" dirty="0"/>
              <a:t>Item : </a:t>
            </a:r>
            <a:r>
              <a:rPr lang="en-US" altLang="ko-KR" dirty="0" smtClean="0"/>
              <a:t>3)</a:t>
            </a:r>
          </a:p>
          <a:p>
            <a:pPr lvl="2"/>
            <a:r>
              <a:rPr lang="en-US" altLang="ko-KR" dirty="0"/>
              <a:t>The </a:t>
            </a:r>
            <a:r>
              <a:rPr lang="en-US" altLang="ko-KR" dirty="0" err="1"/>
              <a:t>MasksService</a:t>
            </a:r>
            <a:r>
              <a:rPr lang="en-US" altLang="ko-KR" dirty="0"/>
              <a:t> instance associated with this client</a:t>
            </a:r>
            <a:endParaRPr lang="en-US" altLang="ko-KR" dirty="0" smtClean="0"/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MotionService</a:t>
            </a:r>
            <a:r>
              <a:rPr lang="en-US" altLang="ko-KR" dirty="0"/>
              <a:t> Motion; </a:t>
            </a:r>
            <a:r>
              <a:rPr lang="en-US" altLang="ko-KR" dirty="0" smtClean="0"/>
              <a:t>	(</a:t>
            </a:r>
            <a:r>
              <a:rPr lang="en-US" altLang="ko-KR" dirty="0"/>
              <a:t>Item : </a:t>
            </a:r>
            <a:r>
              <a:rPr lang="en-US" altLang="ko-KR" dirty="0" smtClean="0"/>
              <a:t>4)</a:t>
            </a:r>
          </a:p>
          <a:p>
            <a:pPr lvl="2"/>
            <a:r>
              <a:rPr lang="en-US" altLang="ko-KR" dirty="0"/>
              <a:t>The </a:t>
            </a:r>
            <a:r>
              <a:rPr lang="en-US" altLang="ko-KR" dirty="0" err="1"/>
              <a:t>MotionService</a:t>
            </a:r>
            <a:r>
              <a:rPr lang="en-US" altLang="ko-KR" dirty="0"/>
              <a:t> instance associated with this client</a:t>
            </a:r>
            <a:endParaRPr lang="en-US" altLang="ko-KR" dirty="0" smtClean="0"/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PatternService</a:t>
            </a:r>
            <a:r>
              <a:rPr lang="en-US" altLang="ko-KR" dirty="0"/>
              <a:t> Pattern; </a:t>
            </a:r>
            <a:r>
              <a:rPr lang="en-US" altLang="ko-KR" dirty="0" smtClean="0"/>
              <a:t>	(</a:t>
            </a:r>
            <a:r>
              <a:rPr lang="en-US" altLang="ko-KR" dirty="0"/>
              <a:t>Item : </a:t>
            </a:r>
            <a:r>
              <a:rPr lang="en-US" altLang="ko-KR" dirty="0" smtClean="0"/>
              <a:t>5)</a:t>
            </a:r>
          </a:p>
          <a:p>
            <a:pPr lvl="2"/>
            <a:r>
              <a:rPr lang="en-US" altLang="ko-KR" dirty="0"/>
              <a:t>The </a:t>
            </a:r>
            <a:r>
              <a:rPr lang="en-US" altLang="ko-KR" dirty="0" err="1"/>
              <a:t>PatternService</a:t>
            </a:r>
            <a:r>
              <a:rPr lang="en-US" altLang="ko-KR" dirty="0"/>
              <a:t> instance associated with this client</a:t>
            </a:r>
            <a:endParaRPr lang="en-US" altLang="ko-KR" dirty="0" smtClean="0"/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RecipeService</a:t>
            </a:r>
            <a:r>
              <a:rPr lang="en-US" altLang="ko-KR" dirty="0"/>
              <a:t> Recipe; </a:t>
            </a:r>
            <a:r>
              <a:rPr lang="en-US" altLang="ko-KR" dirty="0" smtClean="0"/>
              <a:t>	(</a:t>
            </a:r>
            <a:r>
              <a:rPr lang="en-US" altLang="ko-KR" dirty="0"/>
              <a:t>Item : </a:t>
            </a:r>
            <a:r>
              <a:rPr lang="en-US" altLang="ko-KR" dirty="0" smtClean="0"/>
              <a:t>6)</a:t>
            </a:r>
          </a:p>
          <a:p>
            <a:pPr lvl="2"/>
            <a:r>
              <a:rPr lang="en-US" altLang="ko-KR" dirty="0"/>
              <a:t>The </a:t>
            </a:r>
            <a:r>
              <a:rPr lang="en-US" altLang="ko-KR" dirty="0" err="1"/>
              <a:t>RecipeService</a:t>
            </a:r>
            <a:r>
              <a:rPr lang="en-US" altLang="ko-KR" dirty="0"/>
              <a:t> instance associated with this </a:t>
            </a:r>
            <a:r>
              <a:rPr lang="en-US" altLang="ko-KR" dirty="0" smtClean="0"/>
              <a:t>client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SystemCommandsService</a:t>
            </a:r>
            <a:r>
              <a:rPr lang="en-US" altLang="ko-KR" dirty="0"/>
              <a:t> </a:t>
            </a:r>
            <a:r>
              <a:rPr lang="en-US" altLang="ko-KR" dirty="0" err="1"/>
              <a:t>SystemCommands</a:t>
            </a:r>
            <a:r>
              <a:rPr lang="en-US" altLang="ko-KR" dirty="0"/>
              <a:t>; </a:t>
            </a:r>
            <a:r>
              <a:rPr lang="en-US" altLang="ko-KR" dirty="0" smtClean="0"/>
              <a:t>	(</a:t>
            </a:r>
            <a:r>
              <a:rPr lang="en-US" altLang="ko-KR" dirty="0"/>
              <a:t>Item : </a:t>
            </a:r>
            <a:r>
              <a:rPr lang="en-US" altLang="ko-KR" dirty="0" smtClean="0"/>
              <a:t>7)</a:t>
            </a:r>
          </a:p>
          <a:p>
            <a:pPr lvl="2"/>
            <a:r>
              <a:rPr lang="en-US" altLang="ko-KR" dirty="0"/>
              <a:t>The </a:t>
            </a:r>
            <a:r>
              <a:rPr lang="en-US" altLang="ko-KR" dirty="0" err="1"/>
              <a:t>SystemCommandsService</a:t>
            </a:r>
            <a:r>
              <a:rPr lang="en-US" altLang="ko-KR" dirty="0"/>
              <a:t> instance associated with this </a:t>
            </a:r>
            <a:r>
              <a:rPr lang="en-US" altLang="ko-KR" dirty="0" smtClean="0"/>
              <a:t>client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UserInterfaceService</a:t>
            </a:r>
            <a:r>
              <a:rPr lang="en-US" altLang="ko-KR" dirty="0"/>
              <a:t> </a:t>
            </a:r>
            <a:r>
              <a:rPr lang="en-US" altLang="ko-KR" dirty="0" err="1"/>
              <a:t>UserInterface</a:t>
            </a:r>
            <a:r>
              <a:rPr lang="en-US" altLang="ko-KR" dirty="0"/>
              <a:t>; </a:t>
            </a:r>
            <a:r>
              <a:rPr lang="en-US" altLang="ko-KR" dirty="0" smtClean="0"/>
              <a:t>	(</a:t>
            </a:r>
            <a:r>
              <a:rPr lang="en-US" altLang="ko-KR" dirty="0"/>
              <a:t>Item : </a:t>
            </a:r>
            <a:r>
              <a:rPr lang="en-US" altLang="ko-KR" dirty="0" smtClean="0"/>
              <a:t>8)</a:t>
            </a:r>
          </a:p>
          <a:p>
            <a:pPr lvl="2"/>
            <a:r>
              <a:rPr lang="en-US" altLang="ko-KR" dirty="0"/>
              <a:t>The </a:t>
            </a:r>
            <a:r>
              <a:rPr lang="en-US" altLang="ko-KR" dirty="0" err="1"/>
              <a:t>UserInterfaceService</a:t>
            </a:r>
            <a:r>
              <a:rPr lang="en-US" altLang="ko-KR" dirty="0"/>
              <a:t> instance associated with this client</a:t>
            </a:r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98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Core Class (Class : </a:t>
            </a:r>
            <a:r>
              <a:rPr lang="en-US" altLang="ko-KR" b="1" dirty="0" smtClean="0"/>
              <a:t>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 err="1"/>
              <a:t>ZygoError</a:t>
            </a:r>
            <a:r>
              <a:rPr lang="en-US" altLang="ko-KR" b="1" dirty="0"/>
              <a:t> Class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public </a:t>
            </a:r>
            <a:r>
              <a:rPr lang="en-US" altLang="ko-KR" dirty="0"/>
              <a:t>class </a:t>
            </a:r>
            <a:r>
              <a:rPr lang="en-US" altLang="ko-KR" dirty="0" err="1"/>
              <a:t>ZygoError</a:t>
            </a:r>
            <a:r>
              <a:rPr lang="en-US" altLang="ko-KR" dirty="0"/>
              <a:t> : </a:t>
            </a:r>
            <a:r>
              <a:rPr lang="en-US" altLang="ko-KR" dirty="0" smtClean="0"/>
              <a:t>Exception</a:t>
            </a:r>
          </a:p>
          <a:p>
            <a:pPr lvl="2"/>
            <a:r>
              <a:rPr lang="en-US" altLang="ko-KR" dirty="0" smtClean="0"/>
              <a:t>public </a:t>
            </a:r>
            <a:r>
              <a:rPr lang="en-US" altLang="ko-KR" dirty="0" err="1"/>
              <a:t>ZygoError</a:t>
            </a:r>
            <a:r>
              <a:rPr lang="en-US" altLang="ko-KR" dirty="0" smtClean="0"/>
              <a:t>();</a:t>
            </a:r>
          </a:p>
          <a:p>
            <a:pPr lvl="2"/>
            <a:r>
              <a:rPr lang="en-US" altLang="ko-KR" dirty="0"/>
              <a:t>public </a:t>
            </a:r>
            <a:r>
              <a:rPr lang="en-US" altLang="ko-KR" dirty="0" err="1"/>
              <a:t>ZygoError</a:t>
            </a:r>
            <a:r>
              <a:rPr lang="en-US" altLang="ko-KR" dirty="0"/>
              <a:t>(string message</a:t>
            </a:r>
            <a:r>
              <a:rPr lang="en-US" altLang="ko-KR" dirty="0" smtClean="0"/>
              <a:t>);</a:t>
            </a:r>
          </a:p>
          <a:p>
            <a:pPr lvl="2"/>
            <a:r>
              <a:rPr lang="en-US" altLang="ko-KR" dirty="0"/>
              <a:t>public </a:t>
            </a:r>
            <a:r>
              <a:rPr lang="en-US" altLang="ko-KR" dirty="0" err="1"/>
              <a:t>ZygoError</a:t>
            </a:r>
            <a:r>
              <a:rPr lang="en-US" altLang="ko-KR" dirty="0"/>
              <a:t>(string message, Exception inner</a:t>
            </a:r>
            <a:r>
              <a:rPr lang="en-US" altLang="ko-KR" dirty="0" smtClean="0"/>
              <a:t>);</a:t>
            </a:r>
          </a:p>
          <a:p>
            <a:r>
              <a:rPr lang="en-US" altLang="ko-KR" b="1" dirty="0"/>
              <a:t>Point2D Class</a:t>
            </a:r>
            <a:endParaRPr lang="en-US" altLang="ko-KR" dirty="0" smtClean="0"/>
          </a:p>
          <a:p>
            <a:pPr lvl="1"/>
            <a:r>
              <a:rPr lang="en-US" altLang="ko-KR" dirty="0"/>
              <a:t>public class </a:t>
            </a:r>
            <a:r>
              <a:rPr lang="en-US" altLang="ko-KR" dirty="0" smtClean="0"/>
              <a:t>Point2D</a:t>
            </a:r>
          </a:p>
          <a:p>
            <a:pPr lvl="2"/>
            <a:r>
              <a:rPr lang="en-US" altLang="ko-KR" dirty="0"/>
              <a:t>public double x</a:t>
            </a:r>
            <a:r>
              <a:rPr lang="en-US" altLang="ko-KR" dirty="0" smtClean="0"/>
              <a:t>;</a:t>
            </a:r>
          </a:p>
          <a:p>
            <a:pPr lvl="2"/>
            <a:r>
              <a:rPr lang="en-US" altLang="ko-KR" dirty="0"/>
              <a:t>public double y</a:t>
            </a:r>
            <a:r>
              <a:rPr lang="en-US" altLang="ko-KR" dirty="0" smtClean="0"/>
              <a:t>;</a:t>
            </a:r>
          </a:p>
          <a:p>
            <a:pPr lvl="2"/>
            <a:r>
              <a:rPr lang="fr-FR" altLang="ko-KR" dirty="0"/>
              <a:t>public Point2D(double x, double y);</a:t>
            </a:r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503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Enumerations (Class : </a:t>
            </a:r>
            <a:r>
              <a:rPr lang="en-US" altLang="ko-KR" b="1" dirty="0" smtClean="0"/>
              <a:t>3)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b="1" dirty="0"/>
              <a:t>Unit </a:t>
            </a:r>
            <a:r>
              <a:rPr lang="en-US" altLang="ko-KR" b="1" dirty="0" err="1"/>
              <a:t>Enum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public </a:t>
            </a:r>
            <a:r>
              <a:rPr lang="en-US" altLang="ko-KR" dirty="0" err="1"/>
              <a:t>enum</a:t>
            </a:r>
            <a:r>
              <a:rPr lang="en-US" altLang="ko-KR" dirty="0"/>
              <a:t> </a:t>
            </a:r>
            <a:r>
              <a:rPr lang="en-US" altLang="ko-KR" dirty="0" smtClean="0"/>
              <a:t>Unit</a:t>
            </a:r>
          </a:p>
          <a:p>
            <a:r>
              <a:rPr lang="en-US" altLang="ko-KR" b="1" dirty="0" err="1"/>
              <a:t>AxisType</a:t>
            </a:r>
            <a:r>
              <a:rPr lang="en-US" altLang="ko-KR" b="1" dirty="0"/>
              <a:t> </a:t>
            </a:r>
            <a:r>
              <a:rPr lang="en-US" altLang="ko-KR" b="1" dirty="0" err="1"/>
              <a:t>Enum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public </a:t>
            </a:r>
            <a:r>
              <a:rPr lang="en-US" altLang="ko-KR" dirty="0" err="1"/>
              <a:t>enum</a:t>
            </a:r>
            <a:r>
              <a:rPr lang="en-US" altLang="ko-KR" dirty="0"/>
              <a:t> </a:t>
            </a:r>
            <a:r>
              <a:rPr lang="en-US" altLang="ko-KR" dirty="0" err="1" smtClean="0"/>
              <a:t>AxisType</a:t>
            </a:r>
            <a:endParaRPr lang="en-US" altLang="ko-KR" dirty="0" smtClean="0"/>
          </a:p>
          <a:p>
            <a:r>
              <a:rPr lang="en-US" altLang="ko-KR" b="1" dirty="0" err="1"/>
              <a:t>FileTypes</a:t>
            </a:r>
            <a:r>
              <a:rPr lang="en-US" altLang="ko-KR" b="1" dirty="0"/>
              <a:t> </a:t>
            </a:r>
            <a:r>
              <a:rPr lang="en-US" altLang="ko-KR" b="1" dirty="0" err="1"/>
              <a:t>Enum</a:t>
            </a:r>
            <a:endParaRPr lang="en-US" altLang="ko-KR" dirty="0" smtClean="0"/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enum</a:t>
            </a:r>
            <a:r>
              <a:rPr lang="en-US" altLang="ko-KR" dirty="0"/>
              <a:t> </a:t>
            </a:r>
            <a:r>
              <a:rPr lang="en-US" altLang="ko-KR" dirty="0" err="1" smtClean="0"/>
              <a:t>FileTypes</a:t>
            </a:r>
            <a:endParaRPr lang="en-US" altLang="ko-KR" dirty="0" smtClean="0"/>
          </a:p>
          <a:p>
            <a:r>
              <a:rPr lang="en-US" altLang="ko-KR" b="1" dirty="0" err="1"/>
              <a:t>AlignViewMode</a:t>
            </a:r>
            <a:r>
              <a:rPr lang="en-US" altLang="ko-KR" b="1" dirty="0"/>
              <a:t> </a:t>
            </a:r>
            <a:r>
              <a:rPr lang="en-US" altLang="ko-KR" b="1" dirty="0" err="1" smtClean="0"/>
              <a:t>Enum</a:t>
            </a:r>
            <a:endParaRPr lang="en-US" altLang="ko-KR" b="1" dirty="0" smtClean="0"/>
          </a:p>
          <a:p>
            <a:pPr lvl="1"/>
            <a:r>
              <a:rPr lang="en-US" altLang="ko-KR" dirty="0" smtClean="0"/>
              <a:t>public </a:t>
            </a:r>
            <a:r>
              <a:rPr lang="en-US" altLang="ko-KR" dirty="0" err="1"/>
              <a:t>enum</a:t>
            </a:r>
            <a:r>
              <a:rPr lang="en-US" altLang="ko-KR" dirty="0"/>
              <a:t> </a:t>
            </a:r>
            <a:r>
              <a:rPr lang="en-US" altLang="ko-KR" dirty="0" err="1" smtClean="0"/>
              <a:t>AlignViewMode</a:t>
            </a:r>
            <a:endParaRPr lang="en-US" altLang="ko-KR" dirty="0" smtClean="0"/>
          </a:p>
          <a:p>
            <a:r>
              <a:rPr lang="en-US" altLang="ko-KR" b="1" dirty="0" err="1"/>
              <a:t>RingSpotMode</a:t>
            </a:r>
            <a:r>
              <a:rPr lang="en-US" altLang="ko-KR" b="1" dirty="0"/>
              <a:t> </a:t>
            </a:r>
            <a:r>
              <a:rPr lang="en-US" altLang="ko-KR" b="1" dirty="0" err="1"/>
              <a:t>Enum</a:t>
            </a:r>
            <a:endParaRPr lang="en-US" altLang="ko-KR" dirty="0"/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enum</a:t>
            </a:r>
            <a:r>
              <a:rPr lang="en-US" altLang="ko-KR" dirty="0"/>
              <a:t> </a:t>
            </a:r>
            <a:r>
              <a:rPr lang="en-US" altLang="ko-KR" dirty="0" err="1"/>
              <a:t>RingSpotMode</a:t>
            </a:r>
            <a:endParaRPr lang="en-US" altLang="ko-KR" dirty="0" smtClean="0"/>
          </a:p>
          <a:p>
            <a:r>
              <a:rPr lang="en-US" altLang="ko-KR" b="1" dirty="0" err="1"/>
              <a:t>SequenceOperation</a:t>
            </a:r>
            <a:r>
              <a:rPr lang="en-US" altLang="ko-KR" b="1" dirty="0"/>
              <a:t> </a:t>
            </a:r>
            <a:r>
              <a:rPr lang="en-US" altLang="ko-KR" b="1" dirty="0" err="1" smtClean="0"/>
              <a:t>Enum</a:t>
            </a:r>
            <a:endParaRPr lang="en-US" altLang="ko-KR" b="1" dirty="0" smtClean="0"/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enum</a:t>
            </a:r>
            <a:r>
              <a:rPr lang="en-US" altLang="ko-KR" dirty="0"/>
              <a:t> </a:t>
            </a:r>
            <a:r>
              <a:rPr lang="en-US" altLang="ko-KR" dirty="0" err="1" smtClean="0"/>
              <a:t>AxisType</a:t>
            </a:r>
            <a:endParaRPr lang="en-US" altLang="ko-KR" dirty="0" smtClean="0"/>
          </a:p>
          <a:p>
            <a:r>
              <a:rPr lang="en-US" altLang="ko-KR" b="1" dirty="0" err="1"/>
              <a:t>DialogMode</a:t>
            </a:r>
            <a:r>
              <a:rPr lang="en-US" altLang="ko-KR" b="1" dirty="0"/>
              <a:t> </a:t>
            </a:r>
            <a:r>
              <a:rPr lang="en-US" altLang="ko-KR" b="1" dirty="0" err="1" smtClean="0"/>
              <a:t>Enum</a:t>
            </a:r>
            <a:endParaRPr lang="en-US" altLang="ko-KR" b="1" dirty="0" smtClean="0"/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enum</a:t>
            </a:r>
            <a:r>
              <a:rPr lang="en-US" altLang="ko-KR" dirty="0"/>
              <a:t> </a:t>
            </a:r>
            <a:r>
              <a:rPr lang="en-US" altLang="ko-KR" dirty="0" err="1"/>
              <a:t>DialogMode</a:t>
            </a:r>
            <a:endParaRPr lang="en-US" altLang="ko-KR" dirty="0"/>
          </a:p>
          <a:p>
            <a:r>
              <a:rPr lang="en-US" altLang="ko-KR" b="1" dirty="0" err="1"/>
              <a:t>DmiStatus</a:t>
            </a:r>
            <a:r>
              <a:rPr lang="en-US" altLang="ko-KR" b="1" dirty="0"/>
              <a:t> </a:t>
            </a:r>
            <a:r>
              <a:rPr lang="en-US" altLang="ko-KR" b="1" dirty="0" err="1" smtClean="0"/>
              <a:t>Enum</a:t>
            </a:r>
            <a:endParaRPr lang="en-US" altLang="ko-KR" b="1" dirty="0" smtClean="0"/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enum</a:t>
            </a:r>
            <a:r>
              <a:rPr lang="en-US" altLang="ko-KR" dirty="0"/>
              <a:t> </a:t>
            </a:r>
            <a:r>
              <a:rPr lang="en-US" altLang="ko-KR" dirty="0" err="1"/>
              <a:t>DmiStatus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013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MxService</a:t>
            </a:r>
            <a:r>
              <a:rPr lang="en-US" altLang="ko-KR" b="1" dirty="0"/>
              <a:t> Class (Class : </a:t>
            </a:r>
            <a:r>
              <a:rPr lang="en-US" altLang="ko-KR" b="1" dirty="0" smtClean="0"/>
              <a:t>4)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b="1" dirty="0"/>
              <a:t>Application </a:t>
            </a:r>
            <a:r>
              <a:rPr lang="en-US" altLang="ko-KR" b="1" dirty="0" smtClean="0"/>
              <a:t>Methods</a:t>
            </a:r>
          </a:p>
          <a:p>
            <a:r>
              <a:rPr lang="en-US" altLang="ko-KR" b="1" dirty="0" smtClean="0"/>
              <a:t>Settings Methods</a:t>
            </a:r>
          </a:p>
          <a:p>
            <a:r>
              <a:rPr lang="en-US" altLang="ko-KR" b="1" dirty="0"/>
              <a:t>Data Methods</a:t>
            </a:r>
          </a:p>
          <a:p>
            <a:r>
              <a:rPr lang="en-US" altLang="ko-KR" b="1" dirty="0"/>
              <a:t>Results, Attributes, and Controls Methods</a:t>
            </a:r>
            <a:endParaRPr lang="en-US" altLang="ko-KR" b="1" dirty="0" smtClean="0"/>
          </a:p>
          <a:p>
            <a:r>
              <a:rPr lang="en-US" altLang="ko-KR" b="1" dirty="0"/>
              <a:t>Other Results Methods</a:t>
            </a:r>
          </a:p>
          <a:p>
            <a:r>
              <a:rPr lang="en-US" altLang="ko-KR" b="1" dirty="0"/>
              <a:t>Data Matrix Methods</a:t>
            </a:r>
            <a:endParaRPr lang="en-US" altLang="ko-KR" b="1" dirty="0" smtClean="0"/>
          </a:p>
          <a:p>
            <a:r>
              <a:rPr lang="en-US" altLang="ko-KR" b="1" dirty="0"/>
              <a:t>Annotations Grid Methods</a:t>
            </a:r>
          </a:p>
          <a:p>
            <a:r>
              <a:rPr lang="en-US" altLang="ko-KR" b="1" dirty="0"/>
              <a:t>Logging </a:t>
            </a:r>
            <a:r>
              <a:rPr lang="en-US" altLang="ko-KR" b="1" dirty="0" smtClean="0"/>
              <a:t>Methods</a:t>
            </a:r>
          </a:p>
          <a:p>
            <a:r>
              <a:rPr lang="en-US" altLang="ko-KR" b="1" dirty="0"/>
              <a:t>Script </a:t>
            </a:r>
            <a:r>
              <a:rPr lang="en-US" altLang="ko-KR" b="1" dirty="0" smtClean="0"/>
              <a:t>Methods</a:t>
            </a:r>
          </a:p>
          <a:p>
            <a:r>
              <a:rPr lang="en-US" altLang="ko-KR" b="1" dirty="0"/>
              <a:t>User Defined Waves </a:t>
            </a:r>
            <a:r>
              <a:rPr lang="en-US" altLang="ko-KR" b="1" dirty="0" smtClean="0"/>
              <a:t>Methods</a:t>
            </a:r>
          </a:p>
          <a:p>
            <a:r>
              <a:rPr lang="en-US" altLang="ko-KR" b="1" dirty="0"/>
              <a:t>Auto Save Methods</a:t>
            </a:r>
            <a:endParaRPr lang="en-US" altLang="ko-KR" b="1" dirty="0" smtClean="0"/>
          </a:p>
          <a:p>
            <a:r>
              <a:rPr lang="en-US" altLang="ko-KR" b="1" dirty="0"/>
              <a:t>Auto Sequence Methods</a:t>
            </a:r>
            <a:endParaRPr lang="ko-KR" altLang="en-US" dirty="0"/>
          </a:p>
        </p:txBody>
      </p:sp>
      <p:sp>
        <p:nvSpPr>
          <p:cNvPr id="6" name="실행 단추: 돌아가기 5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54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MxService</a:t>
            </a:r>
            <a:r>
              <a:rPr lang="en-US" altLang="ko-KR" b="1" dirty="0"/>
              <a:t> Class (Class : </a:t>
            </a:r>
            <a:r>
              <a:rPr lang="en-US" altLang="ko-KR" b="1" dirty="0" smtClean="0"/>
              <a:t>4)</a:t>
            </a:r>
            <a:endParaRPr lang="en-US" altLang="ko-KR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Application Methods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public </a:t>
            </a:r>
            <a:r>
              <a:rPr lang="en-US" altLang="ko-KR" dirty="0"/>
              <a:t>bool </a:t>
            </a:r>
            <a:r>
              <a:rPr lang="en-US" altLang="ko-KR" dirty="0" err="1"/>
              <a:t>IsApplicationOpen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GetApplicationPath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OpenApplication</a:t>
            </a:r>
            <a:r>
              <a:rPr lang="en-US" altLang="ko-KR" dirty="0"/>
              <a:t>(string </a:t>
            </a:r>
            <a:r>
              <a:rPr lang="en-US" altLang="ko-KR" dirty="0" err="1"/>
              <a:t>fileName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CloseApplication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SaveApplicationAs</a:t>
            </a:r>
            <a:r>
              <a:rPr lang="en-US" altLang="ko-KR" dirty="0"/>
              <a:t>(string </a:t>
            </a:r>
            <a:r>
              <a:rPr lang="en-US" altLang="ko-KR" dirty="0" err="1"/>
              <a:t>fileName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LoadSettings</a:t>
            </a:r>
            <a:r>
              <a:rPr lang="en-US" altLang="ko-KR" dirty="0"/>
              <a:t>(string </a:t>
            </a:r>
            <a:r>
              <a:rPr lang="en-US" altLang="ko-KR" dirty="0" err="1"/>
              <a:t>fileName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SaveSettings</a:t>
            </a:r>
            <a:r>
              <a:rPr lang="en-US" altLang="ko-KR" dirty="0"/>
              <a:t>(string </a:t>
            </a:r>
            <a:r>
              <a:rPr lang="en-US" altLang="ko-KR" dirty="0" err="1"/>
              <a:t>fileName</a:t>
            </a:r>
            <a:r>
              <a:rPr lang="en-US" altLang="ko-KR" dirty="0"/>
              <a:t>);</a:t>
            </a:r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559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MxService</a:t>
            </a:r>
            <a:r>
              <a:rPr lang="en-US" altLang="ko-KR" b="1" dirty="0"/>
              <a:t> Class (Class : 4)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Settings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LoadSettings</a:t>
            </a:r>
            <a:r>
              <a:rPr lang="en-US" altLang="ko-KR" dirty="0"/>
              <a:t>(string </a:t>
            </a:r>
            <a:r>
              <a:rPr lang="en-US" altLang="ko-KR" dirty="0" err="1"/>
              <a:t>fileName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SaveSettings</a:t>
            </a:r>
            <a:r>
              <a:rPr lang="en-US" altLang="ko-KR" dirty="0"/>
              <a:t>(string </a:t>
            </a:r>
            <a:r>
              <a:rPr lang="en-US" altLang="ko-KR" dirty="0" err="1"/>
              <a:t>fileName</a:t>
            </a:r>
            <a:r>
              <a:rPr lang="en-US" altLang="ko-KR" dirty="0" smtClean="0"/>
              <a:t>);</a:t>
            </a:r>
          </a:p>
          <a:p>
            <a:r>
              <a:rPr lang="en-US" altLang="ko-KR" b="1" dirty="0"/>
              <a:t>Data Methods</a:t>
            </a:r>
          </a:p>
          <a:p>
            <a:pPr lvl="1"/>
            <a:r>
              <a:rPr lang="en-US" altLang="ko-KR" dirty="0"/>
              <a:t>public void Analyze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LoadData</a:t>
            </a:r>
            <a:r>
              <a:rPr lang="en-US" altLang="ko-KR" dirty="0"/>
              <a:t>(string </a:t>
            </a:r>
            <a:r>
              <a:rPr lang="en-US" altLang="ko-KR" dirty="0" err="1"/>
              <a:t>fileName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SaveData</a:t>
            </a:r>
            <a:r>
              <a:rPr lang="en-US" altLang="ko-KR" dirty="0"/>
              <a:t>(string </a:t>
            </a:r>
            <a:r>
              <a:rPr lang="en-US" altLang="ko-KR" dirty="0" err="1"/>
              <a:t>fileName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LoadSignalData</a:t>
            </a:r>
            <a:r>
              <a:rPr lang="en-US" altLang="ko-KR" dirty="0"/>
              <a:t>(string </a:t>
            </a:r>
            <a:r>
              <a:rPr lang="en-US" altLang="ko-KR" dirty="0" err="1"/>
              <a:t>fileName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SaveSignalData</a:t>
            </a:r>
            <a:r>
              <a:rPr lang="en-US" altLang="ko-KR" dirty="0"/>
              <a:t>(string </a:t>
            </a:r>
            <a:r>
              <a:rPr lang="en-US" altLang="ko-KR" dirty="0" err="1"/>
              <a:t>fileName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ResetData</a:t>
            </a:r>
            <a:r>
              <a:rPr lang="en-US" altLang="ko-KR" dirty="0"/>
              <a:t>();</a:t>
            </a:r>
            <a:endParaRPr lang="en-US" altLang="ko-KR" b="1" dirty="0"/>
          </a:p>
          <a:p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711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MxService</a:t>
            </a:r>
            <a:r>
              <a:rPr lang="en-US" altLang="ko-KR" b="1" dirty="0"/>
              <a:t> Class (Class : 4)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b="1" dirty="0"/>
              <a:t>Results, Attributes, and Controls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GetAttributeNumber</a:t>
            </a:r>
            <a:r>
              <a:rPr lang="en-US" altLang="ko-KR" dirty="0"/>
              <a:t>(string[] path, Unit units);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GetAttributeNumber</a:t>
            </a:r>
            <a:r>
              <a:rPr lang="en-US" altLang="ko-KR" dirty="0"/>
              <a:t>(string[] path, string units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GetAttributeString</a:t>
            </a:r>
            <a:r>
              <a:rPr lang="en-US" altLang="ko-KR" dirty="0"/>
              <a:t>(string[] path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GetControlNumber</a:t>
            </a:r>
            <a:r>
              <a:rPr lang="en-US" altLang="ko-KR" dirty="0"/>
              <a:t>(string[] path, Unit units);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GetControlNumber</a:t>
            </a:r>
            <a:r>
              <a:rPr lang="en-US" altLang="ko-KR" dirty="0"/>
              <a:t>(string[] path, string units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GetControlString</a:t>
            </a:r>
            <a:r>
              <a:rPr lang="en-US" altLang="ko-KR" dirty="0"/>
              <a:t>(string[] path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bool </a:t>
            </a:r>
            <a:r>
              <a:rPr lang="en-US" altLang="ko-KR" dirty="0" err="1"/>
              <a:t>GetControlBool</a:t>
            </a:r>
            <a:r>
              <a:rPr lang="en-US" altLang="ko-KR" dirty="0"/>
              <a:t>(string[] path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GetResultNumber</a:t>
            </a:r>
            <a:r>
              <a:rPr lang="en-US" altLang="ko-KR" dirty="0"/>
              <a:t>(string[] path, Unit units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GetResultNumber</a:t>
            </a:r>
            <a:r>
              <a:rPr lang="en-US" altLang="ko-KR" dirty="0"/>
              <a:t>(string[] path, string units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GetResultString</a:t>
            </a:r>
            <a:r>
              <a:rPr lang="en-US" altLang="ko-KR" dirty="0"/>
              <a:t>(string[] path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SetControlNumber</a:t>
            </a:r>
            <a:r>
              <a:rPr lang="en-US" altLang="ko-KR" dirty="0"/>
              <a:t>(string[] path, double </a:t>
            </a:r>
            <a:r>
              <a:rPr lang="en-US" altLang="ko-KR" dirty="0" err="1"/>
              <a:t>numberValue</a:t>
            </a:r>
            <a:r>
              <a:rPr lang="en-US" altLang="ko-KR" dirty="0"/>
              <a:t>, Unit units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SetControlNumber</a:t>
            </a:r>
            <a:r>
              <a:rPr lang="en-US" altLang="ko-KR" dirty="0"/>
              <a:t>(string[] path, double </a:t>
            </a:r>
            <a:r>
              <a:rPr lang="en-US" altLang="ko-KR" dirty="0" err="1"/>
              <a:t>numberValue</a:t>
            </a:r>
            <a:r>
              <a:rPr lang="en-US" altLang="ko-KR" dirty="0"/>
              <a:t>, string units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SetControlString</a:t>
            </a:r>
            <a:r>
              <a:rPr lang="en-US" altLang="ko-KR" dirty="0"/>
              <a:t>(string[] path, string </a:t>
            </a:r>
            <a:r>
              <a:rPr lang="en-US" altLang="ko-KR" dirty="0" err="1"/>
              <a:t>stringValue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SetControlBool</a:t>
            </a:r>
            <a:r>
              <a:rPr lang="en-US" altLang="ko-KR" dirty="0"/>
              <a:t>(string[] path, bool value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SetResultNumber</a:t>
            </a:r>
            <a:r>
              <a:rPr lang="en-US" altLang="ko-KR" dirty="0"/>
              <a:t>(string[] path, double </a:t>
            </a:r>
            <a:r>
              <a:rPr lang="en-US" altLang="ko-KR" dirty="0" err="1"/>
              <a:t>numberValue</a:t>
            </a:r>
            <a:r>
              <a:rPr lang="en-US" altLang="ko-KR" dirty="0"/>
              <a:t>, Unit units);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SetResultNumber</a:t>
            </a:r>
            <a:r>
              <a:rPr lang="en-US" altLang="ko-KR" dirty="0"/>
              <a:t>(string[] path, double </a:t>
            </a:r>
            <a:r>
              <a:rPr lang="en-US" altLang="ko-KR" dirty="0" err="1"/>
              <a:t>numberValue</a:t>
            </a:r>
            <a:r>
              <a:rPr lang="en-US" altLang="ko-KR" dirty="0"/>
              <a:t>, string units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SetResultString</a:t>
            </a:r>
            <a:r>
              <a:rPr lang="en-US" altLang="ko-KR" dirty="0"/>
              <a:t>(string[] path, string </a:t>
            </a:r>
            <a:r>
              <a:rPr lang="en-US" altLang="ko-KR" dirty="0" err="1"/>
              <a:t>stringValue</a:t>
            </a:r>
            <a:r>
              <a:rPr lang="en-US" altLang="ko-KR" dirty="0"/>
              <a:t>);</a:t>
            </a:r>
            <a:endParaRPr lang="en-US" altLang="ko-KR" b="1" dirty="0"/>
          </a:p>
          <a:p>
            <a:endParaRPr lang="ko-KR" altLang="en-US" dirty="0"/>
          </a:p>
        </p:txBody>
      </p:sp>
      <p:sp>
        <p:nvSpPr>
          <p:cNvPr id="6" name="실행 단추: 돌아가기 5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298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MxService</a:t>
            </a:r>
            <a:r>
              <a:rPr lang="en-US" altLang="ko-KR" b="1" dirty="0"/>
              <a:t> Class (Class : 4)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Other Results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ClearProcessStats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StoreProcessStats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LogReports</a:t>
            </a:r>
            <a:r>
              <a:rPr lang="en-US" altLang="ko-KR" dirty="0" smtClean="0"/>
              <a:t>();</a:t>
            </a:r>
          </a:p>
          <a:p>
            <a:endParaRPr lang="en-US" altLang="ko-KR" b="1" dirty="0"/>
          </a:p>
          <a:p>
            <a:endParaRPr lang="ko-KR" altLang="en-US" dirty="0"/>
          </a:p>
        </p:txBody>
      </p:sp>
      <p:sp>
        <p:nvSpPr>
          <p:cNvPr id="6" name="실행 단추: 돌아가기 5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413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MxService</a:t>
            </a:r>
            <a:r>
              <a:rPr lang="en-US" altLang="ko-KR" b="1" dirty="0"/>
              <a:t> Class (Class : 4)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b="1" dirty="0"/>
              <a:t>Data Matrix Methods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GetDataCenterX</a:t>
            </a:r>
            <a:r>
              <a:rPr lang="en-US" altLang="ko-KR" dirty="0"/>
              <a:t>(Control </a:t>
            </a:r>
            <a:r>
              <a:rPr lang="en-US" altLang="ko-KR" dirty="0" err="1"/>
              <a:t>control</a:t>
            </a:r>
            <a:r>
              <a:rPr lang="en-US" altLang="ko-KR" dirty="0"/>
              <a:t>, Unit units);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GetDataCenterX</a:t>
            </a:r>
            <a:r>
              <a:rPr lang="en-US" altLang="ko-KR" dirty="0"/>
              <a:t>(Control </a:t>
            </a:r>
            <a:r>
              <a:rPr lang="en-US" altLang="ko-KR" dirty="0" err="1"/>
              <a:t>control</a:t>
            </a:r>
            <a:r>
              <a:rPr lang="en-US" altLang="ko-KR" dirty="0"/>
              <a:t>, string units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GetDataCenterY</a:t>
            </a:r>
            <a:r>
              <a:rPr lang="en-US" altLang="ko-KR" dirty="0"/>
              <a:t>(Control </a:t>
            </a:r>
            <a:r>
              <a:rPr lang="en-US" altLang="ko-KR" dirty="0" err="1"/>
              <a:t>control</a:t>
            </a:r>
            <a:r>
              <a:rPr lang="en-US" altLang="ko-KR" dirty="0"/>
              <a:t>, Unit units);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GetDataCenterY</a:t>
            </a:r>
            <a:r>
              <a:rPr lang="en-US" altLang="ko-KR" dirty="0"/>
              <a:t>(Control </a:t>
            </a:r>
            <a:r>
              <a:rPr lang="en-US" altLang="ko-KR" dirty="0" err="1"/>
              <a:t>control</a:t>
            </a:r>
            <a:r>
              <a:rPr lang="en-US" altLang="ko-KR" dirty="0"/>
              <a:t>, string units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GetDataOriginX</a:t>
            </a:r>
            <a:r>
              <a:rPr lang="en-US" altLang="ko-KR" dirty="0"/>
              <a:t>(Control </a:t>
            </a:r>
            <a:r>
              <a:rPr lang="en-US" altLang="ko-KR" dirty="0" err="1"/>
              <a:t>control</a:t>
            </a:r>
            <a:r>
              <a:rPr lang="en-US" altLang="ko-KR" dirty="0"/>
              <a:t>, Unit units);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GetDataOriginX</a:t>
            </a:r>
            <a:r>
              <a:rPr lang="en-US" altLang="ko-KR" dirty="0"/>
              <a:t>(Control </a:t>
            </a:r>
            <a:r>
              <a:rPr lang="en-US" altLang="ko-KR" dirty="0" err="1"/>
              <a:t>control</a:t>
            </a:r>
            <a:r>
              <a:rPr lang="en-US" altLang="ko-KR" dirty="0"/>
              <a:t>, string units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GetDataOriginY</a:t>
            </a:r>
            <a:r>
              <a:rPr lang="en-US" altLang="ko-KR" dirty="0"/>
              <a:t>(Control </a:t>
            </a:r>
            <a:r>
              <a:rPr lang="en-US" altLang="ko-KR" dirty="0" err="1"/>
              <a:t>control</a:t>
            </a:r>
            <a:r>
              <a:rPr lang="en-US" altLang="ko-KR" dirty="0"/>
              <a:t>, Unit units);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GetDataOriginY</a:t>
            </a:r>
            <a:r>
              <a:rPr lang="en-US" altLang="ko-KR" dirty="0"/>
              <a:t>(Control </a:t>
            </a:r>
            <a:r>
              <a:rPr lang="en-US" altLang="ko-KR" dirty="0" err="1"/>
              <a:t>control</a:t>
            </a:r>
            <a:r>
              <a:rPr lang="en-US" altLang="ko-KR" dirty="0"/>
              <a:t>, string units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GetDataSizeX</a:t>
            </a:r>
            <a:r>
              <a:rPr lang="en-US" altLang="ko-KR" dirty="0"/>
              <a:t>(Control </a:t>
            </a:r>
            <a:r>
              <a:rPr lang="en-US" altLang="ko-KR" dirty="0" err="1"/>
              <a:t>control</a:t>
            </a:r>
            <a:r>
              <a:rPr lang="en-US" altLang="ko-KR" dirty="0"/>
              <a:t>, Unit units);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GetDataSizeX</a:t>
            </a:r>
            <a:r>
              <a:rPr lang="en-US" altLang="ko-KR" dirty="0"/>
              <a:t>(Control </a:t>
            </a:r>
            <a:r>
              <a:rPr lang="en-US" altLang="ko-KR" dirty="0" err="1"/>
              <a:t>control</a:t>
            </a:r>
            <a:r>
              <a:rPr lang="en-US" altLang="ko-KR" dirty="0"/>
              <a:t>, string units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GetDataSizeY</a:t>
            </a:r>
            <a:r>
              <a:rPr lang="en-US" altLang="ko-KR" dirty="0"/>
              <a:t>(Control </a:t>
            </a:r>
            <a:r>
              <a:rPr lang="en-US" altLang="ko-KR" dirty="0" err="1"/>
              <a:t>control</a:t>
            </a:r>
            <a:r>
              <a:rPr lang="en-US" altLang="ko-KR" dirty="0"/>
              <a:t>, Unit units);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GetDataSizeY</a:t>
            </a:r>
            <a:r>
              <a:rPr lang="en-US" altLang="ko-KR" dirty="0"/>
              <a:t>(Control </a:t>
            </a:r>
            <a:r>
              <a:rPr lang="en-US" altLang="ko-KR" dirty="0" err="1"/>
              <a:t>control</a:t>
            </a:r>
            <a:r>
              <a:rPr lang="en-US" altLang="ko-KR" dirty="0"/>
              <a:t>, string units);</a:t>
            </a:r>
            <a:endParaRPr lang="ko-KR" altLang="en-US" dirty="0"/>
          </a:p>
        </p:txBody>
      </p:sp>
      <p:sp>
        <p:nvSpPr>
          <p:cNvPr id="6" name="실행 단추: 돌아가기 5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13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MxService</a:t>
            </a:r>
            <a:r>
              <a:rPr lang="en-US" altLang="ko-KR" b="1" dirty="0"/>
              <a:t> Class (Class : 4)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b="1" dirty="0"/>
              <a:t>Annotations Grid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sz="2000" dirty="0"/>
              <a:t>public void </a:t>
            </a:r>
            <a:r>
              <a:rPr lang="en-US" altLang="ko-KR" sz="2000" dirty="0" err="1"/>
              <a:t>CreateAnnotation</a:t>
            </a:r>
            <a:r>
              <a:rPr lang="en-US" altLang="ko-KR" sz="2000" dirty="0"/>
              <a:t>(string </a:t>
            </a:r>
            <a:r>
              <a:rPr lang="en-US" altLang="ko-KR" sz="2000" dirty="0" err="1"/>
              <a:t>annotationLabel</a:t>
            </a:r>
            <a:r>
              <a:rPr lang="en-US" altLang="ko-KR" sz="2000" dirty="0"/>
              <a:t>, string </a:t>
            </a:r>
            <a:r>
              <a:rPr lang="en-US" altLang="ko-KR" sz="2000" dirty="0" err="1"/>
              <a:t>annotationValue</a:t>
            </a:r>
            <a:r>
              <a:rPr lang="en-US" altLang="ko-KR" sz="2000" dirty="0" smtClean="0"/>
              <a:t>);</a:t>
            </a:r>
          </a:p>
          <a:p>
            <a:pPr lvl="1"/>
            <a:r>
              <a:rPr lang="en-US" altLang="ko-KR" sz="2000" dirty="0"/>
              <a:t>public void </a:t>
            </a:r>
            <a:r>
              <a:rPr lang="en-US" altLang="ko-KR" sz="2000" dirty="0" err="1"/>
              <a:t>DeleteAnnotation</a:t>
            </a:r>
            <a:r>
              <a:rPr lang="en-US" altLang="ko-KR" sz="2000" dirty="0"/>
              <a:t>(string[] path</a:t>
            </a:r>
            <a:r>
              <a:rPr lang="en-US" altLang="ko-KR" sz="2000" dirty="0" smtClean="0"/>
              <a:t>);</a:t>
            </a:r>
          </a:p>
          <a:p>
            <a:pPr lvl="1"/>
            <a:r>
              <a:rPr lang="en-US" altLang="ko-KR" sz="2000" dirty="0"/>
              <a:t>public void </a:t>
            </a:r>
            <a:r>
              <a:rPr lang="en-US" altLang="ko-KR" sz="2000" dirty="0" err="1"/>
              <a:t>SetAnnotation</a:t>
            </a:r>
            <a:r>
              <a:rPr lang="en-US" altLang="ko-KR" sz="2000" dirty="0"/>
              <a:t>(string[] path, string value</a:t>
            </a:r>
            <a:r>
              <a:rPr lang="en-US" altLang="ko-KR" sz="2000" dirty="0" smtClean="0"/>
              <a:t>);</a:t>
            </a:r>
          </a:p>
          <a:p>
            <a:pPr lvl="1"/>
            <a:r>
              <a:rPr lang="en-US" altLang="ko-KR" sz="2000" dirty="0"/>
              <a:t>public string </a:t>
            </a:r>
            <a:r>
              <a:rPr lang="en-US" altLang="ko-KR" sz="2000" dirty="0" err="1"/>
              <a:t>GetAnnotation</a:t>
            </a:r>
            <a:r>
              <a:rPr lang="en-US" altLang="ko-KR" sz="2000" dirty="0"/>
              <a:t>(string[] path);</a:t>
            </a:r>
            <a:endParaRPr lang="en-US" altLang="ko-KR" sz="2000" b="1" dirty="0"/>
          </a:p>
          <a:p>
            <a:r>
              <a:rPr lang="en-US" altLang="ko-KR" b="1" dirty="0"/>
              <a:t>Logging Methods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LogInfo</a:t>
            </a:r>
            <a:r>
              <a:rPr lang="en-US" altLang="ko-KR" dirty="0"/>
              <a:t>(string message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LogError</a:t>
            </a:r>
            <a:r>
              <a:rPr lang="en-US" altLang="ko-KR" dirty="0"/>
              <a:t>(string message); </a:t>
            </a:r>
            <a:endParaRPr lang="en-US" altLang="ko-KR" dirty="0" smtClean="0"/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LogFatal</a:t>
            </a:r>
            <a:r>
              <a:rPr lang="en-US" altLang="ko-KR" dirty="0"/>
              <a:t>(string message</a:t>
            </a:r>
            <a:r>
              <a:rPr lang="en-US" altLang="ko-KR" dirty="0" smtClean="0"/>
              <a:t>);</a:t>
            </a:r>
          </a:p>
          <a:p>
            <a:r>
              <a:rPr lang="en-US" altLang="ko-KR" b="1" dirty="0"/>
              <a:t>Script Methods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RunScript</a:t>
            </a:r>
            <a:r>
              <a:rPr lang="en-US" altLang="ko-KR" dirty="0"/>
              <a:t>(string </a:t>
            </a:r>
            <a:r>
              <a:rPr lang="en-US" altLang="ko-KR" dirty="0" err="1"/>
              <a:t>fileName</a:t>
            </a:r>
            <a:r>
              <a:rPr lang="en-US" altLang="ko-KR" dirty="0"/>
              <a:t>);</a:t>
            </a:r>
            <a:endParaRPr lang="ko-KR" altLang="en-US" dirty="0"/>
          </a:p>
        </p:txBody>
      </p:sp>
      <p:sp>
        <p:nvSpPr>
          <p:cNvPr id="6" name="실행 단추: 돌아가기 5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26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MxService</a:t>
            </a:r>
            <a:r>
              <a:rPr lang="en-US" altLang="ko-KR" b="1" dirty="0"/>
              <a:t> Class (Class : 4)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User Defined Waves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SetUserDefinedWaves</a:t>
            </a:r>
            <a:r>
              <a:rPr lang="en-US" altLang="ko-KR" dirty="0"/>
              <a:t>(double </a:t>
            </a:r>
            <a:r>
              <a:rPr lang="en-US" altLang="ko-KR" dirty="0" err="1"/>
              <a:t>valueToSet</a:t>
            </a:r>
            <a:r>
              <a:rPr lang="en-US" altLang="ko-KR" dirty="0" smtClean="0"/>
              <a:t>);</a:t>
            </a:r>
          </a:p>
          <a:p>
            <a:r>
              <a:rPr lang="en-US" altLang="ko-KR" b="1" dirty="0"/>
              <a:t>Auto Save Methods</a:t>
            </a:r>
            <a:endParaRPr lang="en-US" altLang="ko-KR" dirty="0" smtClean="0"/>
          </a:p>
          <a:p>
            <a:pPr lvl="1"/>
            <a:r>
              <a:rPr lang="en-US" altLang="ko-KR" dirty="0"/>
              <a:t>public bool </a:t>
            </a:r>
            <a:r>
              <a:rPr lang="en-US" altLang="ko-KR" dirty="0" err="1"/>
              <a:t>GetAutoSaveDataStatus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SetAutoSaveDataStatus</a:t>
            </a:r>
            <a:r>
              <a:rPr lang="en-US" altLang="ko-KR" dirty="0"/>
              <a:t>(bool status);</a:t>
            </a:r>
            <a:endParaRPr lang="en-US" altLang="ko-KR" b="1" dirty="0"/>
          </a:p>
          <a:p>
            <a:r>
              <a:rPr lang="en-US" altLang="ko-KR" b="1" dirty="0"/>
              <a:t>Auto Sequence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StartSequence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count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AutoSequence</a:t>
            </a:r>
            <a:r>
              <a:rPr lang="en-US" altLang="ko-KR" dirty="0"/>
              <a:t>(</a:t>
            </a:r>
            <a:r>
              <a:rPr lang="en-US" altLang="ko-KR" dirty="0" err="1"/>
              <a:t>SequenceOperation</a:t>
            </a:r>
            <a:r>
              <a:rPr lang="en-US" altLang="ko-KR" dirty="0"/>
              <a:t> </a:t>
            </a:r>
            <a:r>
              <a:rPr lang="en-US" altLang="ko-KR" dirty="0" err="1"/>
              <a:t>sequenceOperation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 smtClean="0"/>
              <a:t>startDelay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</a:t>
            </a:r>
            <a:r>
              <a:rPr lang="en-US" altLang="ko-KR" dirty="0"/>
              <a:t>interval, string </a:t>
            </a:r>
            <a:r>
              <a:rPr lang="en-US" altLang="ko-KR" dirty="0" err="1"/>
              <a:t>scriptName</a:t>
            </a:r>
            <a:r>
              <a:rPr lang="en-US" altLang="ko-KR" dirty="0"/>
              <a:t>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6" name="실행 단추: 돌아가기 5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173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 err="1"/>
              <a:t>InstrumentService</a:t>
            </a:r>
            <a:r>
              <a:rPr lang="en-US" altLang="ko-KR" b="1" i="1" dirty="0"/>
              <a:t> </a:t>
            </a:r>
            <a:r>
              <a:rPr lang="en-US" altLang="ko-KR" b="1" i="1" dirty="0" smtClean="0"/>
              <a:t>Class </a:t>
            </a:r>
            <a:r>
              <a:rPr lang="en-US" altLang="ko-KR" b="1" dirty="0"/>
              <a:t>(Class : </a:t>
            </a:r>
            <a:r>
              <a:rPr lang="en-US" altLang="ko-KR" b="1" dirty="0" smtClean="0"/>
              <a:t>5)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ko-KR" b="1" dirty="0"/>
              <a:t>Align-View Mode </a:t>
            </a:r>
            <a:r>
              <a:rPr lang="en-US" altLang="ko-KR" b="1" dirty="0" smtClean="0"/>
              <a:t>Methods</a:t>
            </a:r>
          </a:p>
          <a:p>
            <a:r>
              <a:rPr lang="en-US" altLang="ko-KR" b="1" dirty="0"/>
              <a:t>Ring-Spot Mode Methods</a:t>
            </a:r>
          </a:p>
          <a:p>
            <a:r>
              <a:rPr lang="en-US" altLang="ko-KR" b="1" dirty="0"/>
              <a:t>Acquisition Methods</a:t>
            </a:r>
            <a:endParaRPr lang="en-US" altLang="ko-KR" b="1" dirty="0" smtClean="0"/>
          </a:p>
          <a:p>
            <a:r>
              <a:rPr lang="en-US" altLang="ko-KR" b="1" dirty="0"/>
              <a:t>Asynchronous Acquisition Methods</a:t>
            </a:r>
          </a:p>
          <a:p>
            <a:r>
              <a:rPr lang="en-US" altLang="ko-KR" b="1" dirty="0"/>
              <a:t>Optimization Methods</a:t>
            </a:r>
            <a:endParaRPr lang="en-US" altLang="ko-KR" b="1" dirty="0" smtClean="0"/>
          </a:p>
          <a:p>
            <a:r>
              <a:rPr lang="en-US" altLang="ko-KR" b="1" dirty="0"/>
              <a:t>Turret Methods</a:t>
            </a:r>
          </a:p>
          <a:p>
            <a:r>
              <a:rPr lang="en-US" altLang="ko-KR" b="1" dirty="0"/>
              <a:t>Zoom Methods</a:t>
            </a:r>
            <a:endParaRPr lang="en-US" altLang="ko-KR" b="1" dirty="0" smtClean="0"/>
          </a:p>
          <a:p>
            <a:r>
              <a:rPr lang="en-US" altLang="ko-KR" b="1" dirty="0"/>
              <a:t>Light Level Methods</a:t>
            </a:r>
          </a:p>
          <a:p>
            <a:r>
              <a:rPr lang="en-US" altLang="ko-KR" b="1" dirty="0"/>
              <a:t>Wand Status </a:t>
            </a:r>
            <a:r>
              <a:rPr lang="en-US" altLang="ko-KR" b="1" dirty="0" smtClean="0"/>
              <a:t>Method</a:t>
            </a:r>
          </a:p>
          <a:p>
            <a:r>
              <a:rPr lang="en-US" altLang="ko-KR" b="1" dirty="0"/>
              <a:t>Camera Information </a:t>
            </a:r>
            <a:r>
              <a:rPr lang="en-US" altLang="ko-KR" b="1" dirty="0" smtClean="0"/>
              <a:t>Methods</a:t>
            </a:r>
          </a:p>
          <a:p>
            <a:r>
              <a:rPr lang="en-US" altLang="ko-KR" b="1" dirty="0"/>
              <a:t>Instrument Hardware </a:t>
            </a:r>
            <a:r>
              <a:rPr lang="en-US" altLang="ko-KR" b="1" dirty="0" smtClean="0"/>
              <a:t>Methods</a:t>
            </a:r>
          </a:p>
          <a:p>
            <a:r>
              <a:rPr lang="en-US" altLang="ko-KR" b="1" dirty="0"/>
              <a:t>MST </a:t>
            </a:r>
            <a:r>
              <a:rPr lang="en-US" altLang="ko-KR" b="1" dirty="0" smtClean="0"/>
              <a:t>Methods</a:t>
            </a:r>
          </a:p>
          <a:p>
            <a:r>
              <a:rPr lang="en-US" altLang="ko-KR" b="1" dirty="0" smtClean="0"/>
              <a:t>DMI Methods</a:t>
            </a:r>
          </a:p>
          <a:p>
            <a:r>
              <a:rPr lang="en-US" altLang="ko-KR" b="1" dirty="0" err="1"/>
              <a:t>DynaPhase</a:t>
            </a:r>
            <a:r>
              <a:rPr lang="en-US" altLang="ko-KR" b="1" dirty="0"/>
              <a:t> Methods</a:t>
            </a:r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715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InstrumentService</a:t>
            </a:r>
            <a:r>
              <a:rPr lang="en-US" altLang="ko-KR" b="1" dirty="0"/>
              <a:t> Class (Class : 5)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b="1" dirty="0"/>
              <a:t>Align-View Mode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AlignViewMode</a:t>
            </a:r>
            <a:r>
              <a:rPr lang="en-US" altLang="ko-KR" dirty="0"/>
              <a:t> </a:t>
            </a:r>
            <a:r>
              <a:rPr lang="en-US" altLang="ko-KR" dirty="0" err="1"/>
              <a:t>GetAlignViewMode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SetAlignViewMode</a:t>
            </a:r>
            <a:r>
              <a:rPr lang="en-US" altLang="ko-KR" dirty="0"/>
              <a:t>(</a:t>
            </a:r>
            <a:r>
              <a:rPr lang="en-US" altLang="ko-KR" dirty="0" err="1"/>
              <a:t>AlignViewMode</a:t>
            </a:r>
            <a:r>
              <a:rPr lang="en-US" altLang="ko-KR" dirty="0"/>
              <a:t> mode</a:t>
            </a:r>
            <a:r>
              <a:rPr lang="en-US" altLang="ko-KR" dirty="0" smtClean="0"/>
              <a:t>);</a:t>
            </a:r>
          </a:p>
          <a:p>
            <a:r>
              <a:rPr lang="en-US" altLang="ko-KR" b="1" dirty="0"/>
              <a:t>Ring-Spot Mode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RingSpotMode</a:t>
            </a:r>
            <a:r>
              <a:rPr lang="en-US" altLang="ko-KR" dirty="0"/>
              <a:t> </a:t>
            </a:r>
            <a:r>
              <a:rPr lang="en-US" altLang="ko-KR" dirty="0" err="1"/>
              <a:t>GetRingSpotMode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SetRingSpotMode</a:t>
            </a:r>
            <a:r>
              <a:rPr lang="en-US" altLang="ko-KR" dirty="0"/>
              <a:t>(</a:t>
            </a:r>
            <a:r>
              <a:rPr lang="en-US" altLang="ko-KR" dirty="0" err="1"/>
              <a:t>RingSpotMode</a:t>
            </a:r>
            <a:r>
              <a:rPr lang="en-US" altLang="ko-KR" dirty="0"/>
              <a:t> mode</a:t>
            </a:r>
            <a:r>
              <a:rPr lang="en-US" altLang="ko-KR" dirty="0" smtClean="0"/>
              <a:t>);</a:t>
            </a:r>
          </a:p>
          <a:p>
            <a:r>
              <a:rPr lang="en-US" altLang="ko-KR" b="1" dirty="0"/>
              <a:t>Acquisition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string Acquire(bool wait = true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string Measure(bool wait = true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int</a:t>
            </a:r>
            <a:r>
              <a:rPr lang="en-US" altLang="ko-KR" dirty="0"/>
              <a:t>[][] </a:t>
            </a:r>
            <a:r>
              <a:rPr lang="en-US" altLang="ko-KR" dirty="0" err="1"/>
              <a:t>AcquireFrame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align_view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AcquireFrame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align_view</a:t>
            </a:r>
            <a:r>
              <a:rPr lang="en-US" altLang="ko-KR" dirty="0"/>
              <a:t>);</a:t>
            </a:r>
            <a:endParaRPr lang="en-US" altLang="ko-KR" b="1" dirty="0"/>
          </a:p>
          <a:p>
            <a:endParaRPr lang="ko-KR" altLang="en-US" dirty="0"/>
          </a:p>
        </p:txBody>
      </p:sp>
      <p:sp>
        <p:nvSpPr>
          <p:cNvPr id="4" name="실행 단추: 돌아가기 3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373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InstrumentService</a:t>
            </a:r>
            <a:r>
              <a:rPr lang="en-US" altLang="ko-KR" b="1" dirty="0"/>
              <a:t> Class (Class : 5)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Asynchronous Acquisition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sz="2000" dirty="0"/>
              <a:t>public bool </a:t>
            </a:r>
            <a:r>
              <a:rPr lang="en-US" altLang="ko-KR" sz="2000" dirty="0" err="1"/>
              <a:t>IsFrameGrabComplete</a:t>
            </a:r>
            <a:r>
              <a:rPr lang="en-US" altLang="ko-KR" sz="2000" dirty="0"/>
              <a:t>(string </a:t>
            </a:r>
            <a:r>
              <a:rPr lang="en-US" altLang="ko-KR" sz="2000" dirty="0" err="1"/>
              <a:t>taskId</a:t>
            </a:r>
            <a:r>
              <a:rPr lang="en-US" altLang="ko-KR" sz="2000" dirty="0" smtClean="0"/>
              <a:t>);</a:t>
            </a:r>
          </a:p>
          <a:p>
            <a:pPr lvl="1"/>
            <a:r>
              <a:rPr lang="en-US" altLang="ko-KR" sz="2000" dirty="0"/>
              <a:t>public void </a:t>
            </a:r>
            <a:r>
              <a:rPr lang="en-US" altLang="ko-KR" sz="2000" dirty="0" err="1"/>
              <a:t>WaitForFrameGrabComplete</a:t>
            </a:r>
            <a:r>
              <a:rPr lang="en-US" altLang="ko-KR" sz="2000" dirty="0"/>
              <a:t>(string </a:t>
            </a:r>
            <a:r>
              <a:rPr lang="en-US" altLang="ko-KR" sz="2000" dirty="0" err="1"/>
              <a:t>taskId</a:t>
            </a:r>
            <a:r>
              <a:rPr lang="en-US" altLang="ko-KR" sz="2000" dirty="0"/>
              <a:t>, double timeout</a:t>
            </a:r>
            <a:r>
              <a:rPr lang="en-US" altLang="ko-KR" sz="2000" dirty="0" smtClean="0"/>
              <a:t>);</a:t>
            </a:r>
          </a:p>
          <a:p>
            <a:pPr lvl="1"/>
            <a:r>
              <a:rPr lang="en-US" altLang="ko-KR" sz="2000" dirty="0"/>
              <a:t>public bool </a:t>
            </a:r>
            <a:r>
              <a:rPr lang="en-US" altLang="ko-KR" sz="2000" dirty="0" err="1"/>
              <a:t>IsAcquisitionComplete</a:t>
            </a:r>
            <a:r>
              <a:rPr lang="en-US" altLang="ko-KR" sz="2000" dirty="0"/>
              <a:t>(string </a:t>
            </a:r>
            <a:r>
              <a:rPr lang="en-US" altLang="ko-KR" sz="2000" dirty="0" err="1"/>
              <a:t>taskId</a:t>
            </a:r>
            <a:r>
              <a:rPr lang="en-US" altLang="ko-KR" sz="2000" dirty="0" smtClean="0"/>
              <a:t>);</a:t>
            </a:r>
          </a:p>
          <a:p>
            <a:pPr lvl="1"/>
            <a:r>
              <a:rPr lang="en-US" altLang="ko-KR" sz="2000" dirty="0"/>
              <a:t>public void </a:t>
            </a:r>
            <a:r>
              <a:rPr lang="en-US" altLang="ko-KR" sz="2000" dirty="0" err="1"/>
              <a:t>WaitForAcquisitionComplete</a:t>
            </a:r>
            <a:r>
              <a:rPr lang="en-US" altLang="ko-KR" sz="2000" dirty="0"/>
              <a:t>(string </a:t>
            </a:r>
            <a:r>
              <a:rPr lang="en-US" altLang="ko-KR" sz="2000" dirty="0" err="1"/>
              <a:t>taskId</a:t>
            </a:r>
            <a:r>
              <a:rPr lang="en-US" altLang="ko-KR" sz="2000" dirty="0"/>
              <a:t>, double timeout</a:t>
            </a:r>
            <a:r>
              <a:rPr lang="en-US" altLang="ko-KR" sz="2000" dirty="0" smtClean="0"/>
              <a:t>);</a:t>
            </a:r>
          </a:p>
          <a:p>
            <a:pPr lvl="1"/>
            <a:r>
              <a:rPr lang="en-US" altLang="ko-KR" sz="2000" dirty="0"/>
              <a:t>public bool </a:t>
            </a:r>
            <a:r>
              <a:rPr lang="en-US" altLang="ko-KR" sz="2000" dirty="0" err="1"/>
              <a:t>IsMeasureComplete</a:t>
            </a:r>
            <a:r>
              <a:rPr lang="en-US" altLang="ko-KR" sz="2000" dirty="0"/>
              <a:t>(string </a:t>
            </a:r>
            <a:r>
              <a:rPr lang="en-US" altLang="ko-KR" sz="2000" dirty="0" err="1"/>
              <a:t>taskId</a:t>
            </a:r>
            <a:r>
              <a:rPr lang="en-US" altLang="ko-KR" sz="2000" dirty="0" smtClean="0"/>
              <a:t>);</a:t>
            </a:r>
          </a:p>
          <a:p>
            <a:pPr lvl="1"/>
            <a:r>
              <a:rPr lang="en-US" altLang="ko-KR" sz="2000" dirty="0"/>
              <a:t>public void </a:t>
            </a:r>
            <a:r>
              <a:rPr lang="en-US" altLang="ko-KR" sz="2000" dirty="0" err="1"/>
              <a:t>WaitForMeasureComplete</a:t>
            </a:r>
            <a:r>
              <a:rPr lang="en-US" altLang="ko-KR" sz="2000" dirty="0"/>
              <a:t>(string </a:t>
            </a:r>
            <a:r>
              <a:rPr lang="en-US" altLang="ko-KR" sz="2000" dirty="0" err="1"/>
              <a:t>taskId</a:t>
            </a:r>
            <a:r>
              <a:rPr lang="en-US" altLang="ko-KR" sz="2000" dirty="0"/>
              <a:t>, double timeout);</a:t>
            </a:r>
            <a:endParaRPr lang="ko-KR" altLang="en-US" sz="2000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355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InstrumentService</a:t>
            </a:r>
            <a:r>
              <a:rPr lang="en-US" altLang="ko-KR" b="1" dirty="0"/>
              <a:t> Class (Class : 5)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Optimization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AutoFocus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AutoTilt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AutoFocusTilt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AutoLightLevel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AutoLateralCalibration</a:t>
            </a:r>
            <a:r>
              <a:rPr lang="en-US" altLang="ko-KR" dirty="0"/>
              <a:t>(double length, Unit units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AutoCenter</a:t>
            </a:r>
            <a:r>
              <a:rPr lang="en-US" altLang="ko-KR" dirty="0" smtClean="0"/>
              <a:t>();</a:t>
            </a:r>
          </a:p>
          <a:p>
            <a:r>
              <a:rPr lang="en-US" altLang="ko-KR" b="1" dirty="0"/>
              <a:t>Turret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GetTurret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MoveTurret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position);</a:t>
            </a:r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36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InstrumentService</a:t>
            </a:r>
            <a:r>
              <a:rPr lang="en-US" altLang="ko-KR" b="1" dirty="0"/>
              <a:t> Class (Class : 5)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Zoom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GetZoom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SetZoom</a:t>
            </a:r>
            <a:r>
              <a:rPr lang="en-US" altLang="ko-KR" dirty="0"/>
              <a:t>(double zoom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GetMaximumZoom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GetMinimumZoom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LockZoom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UnlockZoom</a:t>
            </a:r>
            <a:r>
              <a:rPr lang="en-US" altLang="ko-KR" dirty="0" smtClean="0"/>
              <a:t>();</a:t>
            </a:r>
          </a:p>
          <a:p>
            <a:r>
              <a:rPr lang="en-US" altLang="ko-KR" b="1" dirty="0"/>
              <a:t>Light Level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GetLightLevel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SetLightLevel</a:t>
            </a:r>
            <a:r>
              <a:rPr lang="en-US" altLang="ko-KR" dirty="0"/>
              <a:t>(double </a:t>
            </a:r>
            <a:r>
              <a:rPr lang="en-US" altLang="ko-KR" dirty="0" err="1"/>
              <a:t>lightLevel</a:t>
            </a:r>
            <a:r>
              <a:rPr lang="en-US" altLang="ko-KR" dirty="0"/>
              <a:t>);</a:t>
            </a:r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669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InstrumentService</a:t>
            </a:r>
            <a:r>
              <a:rPr lang="en-US" altLang="ko-KR" b="1" dirty="0"/>
              <a:t> Class (Class : 5)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Wand Status </a:t>
            </a:r>
            <a:r>
              <a:rPr lang="en-US" altLang="ko-KR" b="1" dirty="0" smtClean="0"/>
              <a:t>Method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SetWandEnabled</a:t>
            </a:r>
            <a:r>
              <a:rPr lang="en-US" altLang="ko-KR" dirty="0"/>
              <a:t>(bool enabled</a:t>
            </a:r>
            <a:r>
              <a:rPr lang="en-US" altLang="ko-KR" dirty="0" smtClean="0"/>
              <a:t>);</a:t>
            </a:r>
          </a:p>
          <a:p>
            <a:r>
              <a:rPr lang="en-US" altLang="ko-KR" b="1" dirty="0"/>
              <a:t>Camera Information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GetCameraResolution</a:t>
            </a:r>
            <a:r>
              <a:rPr lang="en-US" altLang="ko-KR" dirty="0"/>
              <a:t>(Unit units);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GetCameraResolution</a:t>
            </a:r>
            <a:r>
              <a:rPr lang="en-US" altLang="ko-KR" dirty="0"/>
              <a:t>(string units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GetCameraSizeX</a:t>
            </a:r>
            <a:r>
              <a:rPr lang="en-US" altLang="ko-KR" dirty="0"/>
              <a:t>(Unit units);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GetCameraSizeX</a:t>
            </a:r>
            <a:r>
              <a:rPr lang="en-US" altLang="ko-KR" dirty="0"/>
              <a:t>(string units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GetCameraSizeY</a:t>
            </a:r>
            <a:r>
              <a:rPr lang="en-US" altLang="ko-KR" dirty="0"/>
              <a:t>(Unit units);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GetCameraSizeY</a:t>
            </a:r>
            <a:r>
              <a:rPr lang="en-US" altLang="ko-KR" dirty="0"/>
              <a:t>(string units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SetCameraResolution</a:t>
            </a:r>
            <a:r>
              <a:rPr lang="en-US" altLang="ko-KR" dirty="0"/>
              <a:t>(double value, string units);</a:t>
            </a:r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495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InstrumentService</a:t>
            </a:r>
            <a:r>
              <a:rPr lang="en-US" altLang="ko-KR" b="1" dirty="0"/>
              <a:t> Class (Class : 5)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b="1" dirty="0"/>
              <a:t>Instrument Hardware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SetSleepModeEnabled</a:t>
            </a:r>
            <a:r>
              <a:rPr lang="en-US" altLang="ko-KR" dirty="0"/>
              <a:t>(bool enabled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GetSystemTypeName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int</a:t>
            </a:r>
            <a:r>
              <a:rPr lang="en-US" altLang="ko-KR" dirty="0"/>
              <a:t> ReadSdoInt8(byte </a:t>
            </a:r>
            <a:r>
              <a:rPr lang="en-US" altLang="ko-KR" dirty="0" err="1"/>
              <a:t>nodeid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index,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subindex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WriteSdoInt8(byte </a:t>
            </a:r>
            <a:r>
              <a:rPr lang="en-US" altLang="ko-KR" dirty="0" err="1"/>
              <a:t>nodeid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index,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subindex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val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int</a:t>
            </a:r>
            <a:r>
              <a:rPr lang="en-US" altLang="ko-KR" dirty="0"/>
              <a:t> ReadSdoInt16(byte </a:t>
            </a:r>
            <a:r>
              <a:rPr lang="en-US" altLang="ko-KR" dirty="0" err="1"/>
              <a:t>nodeid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index,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subindex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WriteSdoInt16(byte </a:t>
            </a:r>
            <a:r>
              <a:rPr lang="en-US" altLang="ko-KR" dirty="0" err="1"/>
              <a:t>nodeid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index,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subindex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val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int</a:t>
            </a:r>
            <a:r>
              <a:rPr lang="en-US" altLang="ko-KR" dirty="0"/>
              <a:t> ReadSdoInt32(byte </a:t>
            </a:r>
            <a:r>
              <a:rPr lang="en-US" altLang="ko-KR" dirty="0" err="1"/>
              <a:t>nodeid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index,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subindex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WriteSdoInt32(byte </a:t>
            </a:r>
            <a:r>
              <a:rPr lang="en-US" altLang="ko-KR" dirty="0" err="1"/>
              <a:t>nodeid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index,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subindex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val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float ReadSdoReal32(byte </a:t>
            </a:r>
            <a:r>
              <a:rPr lang="en-US" altLang="ko-KR" dirty="0" err="1"/>
              <a:t>nodeid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index,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subindex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WriteSdoReal32(byte </a:t>
            </a:r>
            <a:r>
              <a:rPr lang="en-US" altLang="ko-KR" dirty="0" err="1"/>
              <a:t>nodeid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index,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subindex</a:t>
            </a:r>
            <a:r>
              <a:rPr lang="en-US" altLang="ko-KR" dirty="0"/>
              <a:t>, float </a:t>
            </a:r>
            <a:r>
              <a:rPr lang="en-US" altLang="ko-KR" dirty="0" err="1"/>
              <a:t>val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double ReadSdoReal64(byte </a:t>
            </a:r>
            <a:r>
              <a:rPr lang="en-US" altLang="ko-KR" dirty="0" err="1"/>
              <a:t>nodeid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index,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subindex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WriteSdoReal64(byte </a:t>
            </a:r>
            <a:r>
              <a:rPr lang="en-US" altLang="ko-KR" dirty="0" err="1"/>
              <a:t>nodeid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index,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subindex</a:t>
            </a:r>
            <a:r>
              <a:rPr lang="en-US" altLang="ko-KR" dirty="0"/>
              <a:t>, double </a:t>
            </a:r>
            <a:r>
              <a:rPr lang="en-US" altLang="ko-KR" dirty="0" err="1"/>
              <a:t>val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ReadSdoStr</a:t>
            </a:r>
            <a:r>
              <a:rPr lang="en-US" altLang="ko-KR" dirty="0"/>
              <a:t>(byte </a:t>
            </a:r>
            <a:r>
              <a:rPr lang="en-US" altLang="ko-KR" dirty="0" err="1"/>
              <a:t>nodeid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index,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subindex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WriteSdoStr</a:t>
            </a:r>
            <a:r>
              <a:rPr lang="en-US" altLang="ko-KR" dirty="0"/>
              <a:t>(byte </a:t>
            </a:r>
            <a:r>
              <a:rPr lang="en-US" altLang="ko-KR" dirty="0" err="1"/>
              <a:t>nodeid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index,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subindex</a:t>
            </a:r>
            <a:r>
              <a:rPr lang="en-US" altLang="ko-KR" dirty="0"/>
              <a:t>, string </a:t>
            </a:r>
            <a:r>
              <a:rPr lang="en-US" altLang="ko-KR" dirty="0" err="1"/>
              <a:t>val</a:t>
            </a:r>
            <a:r>
              <a:rPr lang="en-US" altLang="ko-KR" dirty="0"/>
              <a:t>);</a:t>
            </a:r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47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InstrumentService</a:t>
            </a:r>
            <a:r>
              <a:rPr lang="en-US" altLang="ko-KR" b="1" dirty="0"/>
              <a:t> Class (Class : 5)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MST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CalculateGeometry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CalculateHomogeneity</a:t>
            </a:r>
            <a:r>
              <a:rPr lang="en-US" altLang="ko-KR" dirty="0" smtClean="0"/>
              <a:t>();</a:t>
            </a:r>
          </a:p>
          <a:p>
            <a:r>
              <a:rPr lang="en-US" altLang="ko-KR" b="1" dirty="0"/>
              <a:t>DMI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bool </a:t>
            </a:r>
            <a:r>
              <a:rPr lang="en-US" altLang="ko-KR" dirty="0" err="1"/>
              <a:t>IsDmiActive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DmiStatus</a:t>
            </a:r>
            <a:r>
              <a:rPr lang="en-US" altLang="ko-KR" dirty="0"/>
              <a:t> </a:t>
            </a:r>
            <a:r>
              <a:rPr lang="en-US" altLang="ko-KR" dirty="0" err="1"/>
              <a:t>GetDmiStatus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GetDmiPosition</a:t>
            </a:r>
            <a:r>
              <a:rPr lang="en-US" altLang="ko-KR" dirty="0"/>
              <a:t>(string units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ResetDmi</a:t>
            </a:r>
            <a:r>
              <a:rPr lang="en-US" altLang="ko-KR" dirty="0"/>
              <a:t>();</a:t>
            </a:r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649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InstrumentService</a:t>
            </a:r>
            <a:r>
              <a:rPr lang="en-US" altLang="ko-KR" b="1" dirty="0"/>
              <a:t> Class (Class : 5)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b="1" dirty="0" err="1"/>
              <a:t>DynaPhase</a:t>
            </a:r>
            <a:r>
              <a:rPr lang="en-US" altLang="ko-KR" b="1" dirty="0"/>
              <a:t>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bool </a:t>
            </a:r>
            <a:r>
              <a:rPr lang="en-US" altLang="ko-KR" dirty="0" err="1"/>
              <a:t>IsCalibrationRequired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bool </a:t>
            </a:r>
            <a:r>
              <a:rPr lang="en-US" altLang="ko-KR" dirty="0" err="1"/>
              <a:t>IsWizardActive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DynaPhaseSingle</a:t>
            </a:r>
            <a:r>
              <a:rPr lang="en-US" altLang="ko-KR" dirty="0"/>
              <a:t> </a:t>
            </a:r>
            <a:r>
              <a:rPr lang="en-US" altLang="ko-KR" dirty="0" err="1"/>
              <a:t>DynaPhaseSingle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DynaPhaseProduction</a:t>
            </a:r>
            <a:r>
              <a:rPr lang="en-US" altLang="ko-KR" dirty="0"/>
              <a:t> </a:t>
            </a:r>
            <a:r>
              <a:rPr lang="en-US" altLang="ko-KR" dirty="0" err="1"/>
              <a:t>DynaPhaseProduction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DynaPhaseMovie</a:t>
            </a:r>
            <a:r>
              <a:rPr lang="en-US" altLang="ko-KR" dirty="0"/>
              <a:t> </a:t>
            </a:r>
            <a:r>
              <a:rPr lang="en-US" altLang="ko-KR" dirty="0" err="1"/>
              <a:t>DynaPhaseMovie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System.Drawing.Bitmap</a:t>
            </a:r>
            <a:r>
              <a:rPr lang="en-US" altLang="ko-KR" dirty="0"/>
              <a:t> </a:t>
            </a:r>
            <a:r>
              <a:rPr lang="en-US" altLang="ko-KR" dirty="0" err="1"/>
              <a:t>CurrentWizardImage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PromptText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void Start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Next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Cancel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System.Drawing.Bitmap</a:t>
            </a:r>
            <a:r>
              <a:rPr lang="en-US" altLang="ko-KR" dirty="0"/>
              <a:t> </a:t>
            </a:r>
            <a:r>
              <a:rPr lang="en-US" altLang="ko-KR" dirty="0" err="1"/>
              <a:t>CurrentWizardImage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PromptText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void Start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Next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AbortMeasurement</a:t>
            </a:r>
            <a:r>
              <a:rPr lang="en-US" altLang="ko-KR" dirty="0" smtClean="0"/>
              <a:t>()</a:t>
            </a:r>
          </a:p>
          <a:p>
            <a:pPr lvl="1"/>
            <a:r>
              <a:rPr lang="en-US" altLang="ko-KR" dirty="0"/>
              <a:t>public void Initialize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StartRecording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Stop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AbortRecording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System.Drawing.Bitmap</a:t>
            </a:r>
            <a:r>
              <a:rPr lang="en-US" altLang="ko-KR" dirty="0"/>
              <a:t> </a:t>
            </a:r>
            <a:r>
              <a:rPr lang="en-US" altLang="ko-KR" dirty="0" err="1"/>
              <a:t>CurrentWizardImage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PromptText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void Shutdown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string[] </a:t>
            </a:r>
            <a:r>
              <a:rPr lang="en-US" altLang="ko-KR" dirty="0" err="1"/>
              <a:t>GetAvailableMovieTypes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string[] </a:t>
            </a:r>
            <a:r>
              <a:rPr lang="en-US" altLang="ko-KR" dirty="0" err="1"/>
              <a:t>GetAvailableTriggers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string[] </a:t>
            </a:r>
            <a:r>
              <a:rPr lang="en-US" altLang="ko-KR" dirty="0" err="1" smtClean="0"/>
              <a:t>GetAvailableSampleTypes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int</a:t>
            </a:r>
            <a:r>
              <a:rPr lang="en-US" altLang="ko-KR" dirty="0"/>
              <a:t> Frames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CameraRate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TriggerType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TriggerDelay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MovieFolder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MovieType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MovieName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SampleType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SampleTime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MovieFileRate</a:t>
            </a:r>
            <a:r>
              <a:rPr lang="en-US" altLang="ko-KR" dirty="0"/>
              <a:t>;</a:t>
            </a:r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318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 err="1"/>
              <a:t>MasksService</a:t>
            </a:r>
            <a:r>
              <a:rPr lang="en-US" altLang="ko-KR" b="1" i="1" dirty="0"/>
              <a:t> </a:t>
            </a:r>
            <a:r>
              <a:rPr lang="en-US" altLang="ko-KR" b="1" i="1" dirty="0" smtClean="0"/>
              <a:t>Class </a:t>
            </a:r>
            <a:r>
              <a:rPr lang="en-US" altLang="ko-KR" b="1" dirty="0"/>
              <a:t>(Class : </a:t>
            </a:r>
            <a:r>
              <a:rPr lang="en-US" altLang="ko-KR" b="1" dirty="0" smtClean="0"/>
              <a:t>6)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 smtClean="0"/>
              <a:t>Base Class</a:t>
            </a:r>
          </a:p>
          <a:p>
            <a:pPr lvl="1"/>
            <a:r>
              <a:rPr lang="en-US" altLang="ko-KR" dirty="0" smtClean="0"/>
              <a:t>public </a:t>
            </a:r>
            <a:r>
              <a:rPr lang="en-US" altLang="ko-KR" dirty="0"/>
              <a:t>Masks </a:t>
            </a:r>
            <a:r>
              <a:rPr lang="en-US" altLang="ko-KR" dirty="0" err="1"/>
              <a:t>GetMasks</a:t>
            </a:r>
            <a:r>
              <a:rPr lang="en-US" altLang="ko-KR" dirty="0"/>
              <a:t>();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GetRotation</a:t>
            </a:r>
            <a:r>
              <a:rPr lang="en-US" altLang="ko-KR" dirty="0"/>
              <a:t>(string </a:t>
            </a:r>
            <a:r>
              <a:rPr lang="en-US" altLang="ko-KR" dirty="0" err="1"/>
              <a:t>maskId</a:t>
            </a:r>
            <a:r>
              <a:rPr lang="en-US" altLang="ko-KR" dirty="0"/>
              <a:t>, string units);</a:t>
            </a:r>
          </a:p>
          <a:p>
            <a:r>
              <a:rPr lang="en-US" altLang="ko-KR" b="1" dirty="0"/>
              <a:t>Mask Class</a:t>
            </a:r>
          </a:p>
          <a:p>
            <a:r>
              <a:rPr lang="en-US" altLang="ko-KR" b="1" dirty="0" smtClean="0"/>
              <a:t>Masks </a:t>
            </a:r>
            <a:r>
              <a:rPr lang="en-US" altLang="ko-KR" b="1" dirty="0"/>
              <a:t>Class</a:t>
            </a:r>
          </a:p>
          <a:p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000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 err="1"/>
              <a:t>MasksService</a:t>
            </a:r>
            <a:r>
              <a:rPr lang="en-US" altLang="ko-KR" b="1" i="1" dirty="0"/>
              <a:t> </a:t>
            </a:r>
            <a:r>
              <a:rPr lang="en-US" altLang="ko-KR" b="1" i="1" dirty="0" smtClean="0"/>
              <a:t>Class </a:t>
            </a:r>
            <a:r>
              <a:rPr lang="en-US" altLang="ko-KR" b="1" dirty="0"/>
              <a:t>(Class : 6)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b="1" dirty="0"/>
              <a:t>Mask Class</a:t>
            </a:r>
          </a:p>
          <a:p>
            <a:pPr lvl="1"/>
            <a:r>
              <a:rPr lang="fr-FR" altLang="ko-KR" dirty="0"/>
              <a:t>public void MoveAbsolute(double x, double y, Unit unit = Unit.Pixels);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MoveRelative</a:t>
            </a:r>
            <a:r>
              <a:rPr lang="en-US" altLang="ko-KR" dirty="0"/>
              <a:t>(double x, double y, Unit </a:t>
            </a:r>
            <a:r>
              <a:rPr lang="en-US" altLang="ko-KR" dirty="0" err="1"/>
              <a:t>unit</a:t>
            </a:r>
            <a:r>
              <a:rPr lang="en-US" altLang="ko-KR" dirty="0"/>
              <a:t> = </a:t>
            </a:r>
            <a:r>
              <a:rPr lang="en-US" altLang="ko-KR" dirty="0" err="1"/>
              <a:t>Unit.Pixels</a:t>
            </a:r>
            <a:r>
              <a:rPr lang="en-US" altLang="ko-KR" dirty="0"/>
              <a:t>);</a:t>
            </a:r>
          </a:p>
          <a:p>
            <a:pPr lvl="1"/>
            <a:r>
              <a:rPr lang="en-US" altLang="ko-KR" dirty="0"/>
              <a:t>public void Resize(double height, double width, Unit </a:t>
            </a:r>
            <a:r>
              <a:rPr lang="en-US" altLang="ko-KR" dirty="0" err="1"/>
              <a:t>unit</a:t>
            </a:r>
            <a:r>
              <a:rPr lang="en-US" altLang="ko-KR" dirty="0"/>
              <a:t> = </a:t>
            </a:r>
            <a:r>
              <a:rPr lang="en-US" altLang="ko-KR" dirty="0" err="1"/>
              <a:t>Unit.Pixels</a:t>
            </a:r>
            <a:r>
              <a:rPr lang="en-US" altLang="ko-KR" dirty="0"/>
              <a:t>);</a:t>
            </a:r>
          </a:p>
          <a:p>
            <a:pPr lvl="1"/>
            <a:r>
              <a:rPr lang="en-US" altLang="ko-KR" dirty="0"/>
              <a:t>public void Rotate(double angle, Unit units);</a:t>
            </a:r>
          </a:p>
          <a:p>
            <a:pPr lvl="1"/>
            <a:r>
              <a:rPr lang="en-US" altLang="ko-KR" dirty="0"/>
              <a:t>public Point2D Center;</a:t>
            </a:r>
          </a:p>
          <a:p>
            <a:pPr lvl="1"/>
            <a:r>
              <a:rPr lang="en-US" altLang="ko-KR" dirty="0"/>
              <a:t>public Point2D </a:t>
            </a:r>
            <a:r>
              <a:rPr lang="en-US" altLang="ko-KR" dirty="0" err="1"/>
              <a:t>GetCenter</a:t>
            </a:r>
            <a:r>
              <a:rPr lang="en-US" altLang="ko-KR" dirty="0"/>
              <a:t>(Unit units = </a:t>
            </a:r>
            <a:r>
              <a:rPr lang="en-US" altLang="ko-KR" dirty="0" err="1"/>
              <a:t>Unit.Pixels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public double Height;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GetHeight</a:t>
            </a:r>
            <a:r>
              <a:rPr lang="en-US" altLang="ko-KR" dirty="0"/>
              <a:t>(Unit units = </a:t>
            </a:r>
            <a:r>
              <a:rPr lang="en-US" altLang="ko-KR" dirty="0" err="1"/>
              <a:t>Unit.Pixels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public double Width;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GetWidth</a:t>
            </a:r>
            <a:r>
              <a:rPr lang="en-US" altLang="ko-KR" dirty="0"/>
              <a:t>(Unit units = </a:t>
            </a:r>
            <a:r>
              <a:rPr lang="en-US" altLang="ko-KR" dirty="0" err="1"/>
              <a:t>Unit.Pixels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public string Type;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실행 단추: 돌아가기 3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18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 err="1"/>
              <a:t>MasksService</a:t>
            </a:r>
            <a:r>
              <a:rPr lang="en-US" altLang="ko-KR" b="1" i="1" dirty="0"/>
              <a:t> </a:t>
            </a:r>
            <a:r>
              <a:rPr lang="en-US" altLang="ko-KR" b="1" i="1" dirty="0" smtClean="0"/>
              <a:t>Class </a:t>
            </a:r>
            <a:r>
              <a:rPr lang="en-US" altLang="ko-KR" b="1" dirty="0"/>
              <a:t>(Class : 6)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Masks </a:t>
            </a:r>
            <a:r>
              <a:rPr lang="en-US" altLang="ko-KR" b="1" dirty="0" smtClean="0"/>
              <a:t>Class</a:t>
            </a:r>
          </a:p>
          <a:p>
            <a:pPr lvl="1"/>
            <a:r>
              <a:rPr lang="en-US" altLang="ko-KR" dirty="0"/>
              <a:t>public void Clear(string </a:t>
            </a:r>
            <a:r>
              <a:rPr lang="en-US" altLang="ko-KR" dirty="0" err="1"/>
              <a:t>maskType</a:t>
            </a:r>
            <a:r>
              <a:rPr lang="en-US" altLang="ko-KR" dirty="0"/>
              <a:t> = null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Delete(Mask mask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Mask </a:t>
            </a:r>
            <a:r>
              <a:rPr lang="en-US" altLang="ko-KR" dirty="0" err="1"/>
              <a:t>GetMaskClosestTo</a:t>
            </a:r>
            <a:r>
              <a:rPr lang="en-US" altLang="ko-KR" dirty="0"/>
              <a:t>(double x, double y, string </a:t>
            </a:r>
            <a:r>
              <a:rPr lang="en-US" altLang="ko-KR" dirty="0" err="1"/>
              <a:t>maskType</a:t>
            </a:r>
            <a:r>
              <a:rPr lang="en-US" altLang="ko-KR" dirty="0"/>
              <a:t> = null, Unit </a:t>
            </a:r>
            <a:r>
              <a:rPr lang="en-US" altLang="ko-KR" dirty="0" smtClean="0"/>
              <a:t>unit=</a:t>
            </a:r>
            <a:r>
              <a:rPr lang="en-US" altLang="ko-KR" dirty="0" err="1" smtClean="0"/>
              <a:t>Unit.Pixels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GetNumMasks</a:t>
            </a:r>
            <a:r>
              <a:rPr lang="en-US" altLang="ko-KR" dirty="0"/>
              <a:t>(string </a:t>
            </a:r>
            <a:r>
              <a:rPr lang="en-US" altLang="ko-KR" dirty="0" err="1"/>
              <a:t>maskType</a:t>
            </a:r>
            <a:r>
              <a:rPr lang="en-US" altLang="ko-KR" dirty="0"/>
              <a:t> = null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Load(string </a:t>
            </a:r>
            <a:r>
              <a:rPr lang="en-US" altLang="ko-KR" dirty="0" err="1"/>
              <a:t>fileName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Save(string </a:t>
            </a:r>
            <a:r>
              <a:rPr lang="en-US" altLang="ko-KR" dirty="0" err="1"/>
              <a:t>fileName</a:t>
            </a:r>
            <a:r>
              <a:rPr lang="en-US" altLang="ko-KR" dirty="0"/>
              <a:t>);</a:t>
            </a:r>
            <a:endParaRPr lang="en-US" altLang="ko-KR" dirty="0" smtClean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177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 err="1" smtClean="0"/>
              <a:t>FiducialsServiceClass</a:t>
            </a:r>
            <a:r>
              <a:rPr lang="en-US" altLang="ko-KR" b="1" i="1" dirty="0" smtClean="0"/>
              <a:t> </a:t>
            </a:r>
            <a:r>
              <a:rPr lang="en-US" altLang="ko-KR" b="1" dirty="0"/>
              <a:t>(Class : </a:t>
            </a:r>
            <a:r>
              <a:rPr lang="en-US" altLang="ko-KR" b="1" dirty="0" smtClean="0"/>
              <a:t>7)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Fiducial </a:t>
            </a:r>
            <a:r>
              <a:rPr lang="en-US" altLang="ko-KR" b="1" dirty="0" smtClean="0"/>
              <a:t>Class</a:t>
            </a:r>
          </a:p>
          <a:p>
            <a:r>
              <a:rPr lang="en-US" altLang="ko-KR" b="1" dirty="0"/>
              <a:t>Fiducials Class</a:t>
            </a:r>
            <a:endParaRPr lang="ko-KR" altLang="en-US" dirty="0"/>
          </a:p>
        </p:txBody>
      </p:sp>
      <p:sp>
        <p:nvSpPr>
          <p:cNvPr id="6" name="실행 단추: 돌아가기 5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836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 err="1" smtClean="0"/>
              <a:t>FiducialsServiceClass</a:t>
            </a:r>
            <a:r>
              <a:rPr lang="en-US" altLang="ko-KR" b="1" i="1" dirty="0" smtClean="0"/>
              <a:t> </a:t>
            </a:r>
            <a:r>
              <a:rPr lang="en-US" altLang="ko-KR" b="1" dirty="0"/>
              <a:t>(Class : 7)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b="1" dirty="0" smtClean="0"/>
              <a:t>Fiducial Class</a:t>
            </a:r>
          </a:p>
          <a:p>
            <a:pPr lvl="1"/>
            <a:r>
              <a:rPr lang="fr-FR" altLang="ko-KR" dirty="0"/>
              <a:t>public void MoveAbsolute(double x, double y, Unit unit = Unit.Pixels</a:t>
            </a:r>
            <a:r>
              <a:rPr lang="fr-FR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MoveRelative</a:t>
            </a:r>
            <a:r>
              <a:rPr lang="en-US" altLang="ko-KR" dirty="0"/>
              <a:t>(double x, double y, Unit </a:t>
            </a:r>
            <a:r>
              <a:rPr lang="en-US" altLang="ko-KR" dirty="0" err="1"/>
              <a:t>unit</a:t>
            </a:r>
            <a:r>
              <a:rPr lang="en-US" altLang="ko-KR" dirty="0"/>
              <a:t> = </a:t>
            </a:r>
            <a:r>
              <a:rPr lang="en-US" altLang="ko-KR" dirty="0" err="1"/>
              <a:t>Unit.Pixels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Resize(double height, double width, Unit </a:t>
            </a:r>
            <a:r>
              <a:rPr lang="en-US" altLang="ko-KR" dirty="0" err="1"/>
              <a:t>unit</a:t>
            </a:r>
            <a:r>
              <a:rPr lang="en-US" altLang="ko-KR" dirty="0"/>
              <a:t> = </a:t>
            </a:r>
            <a:r>
              <a:rPr lang="en-US" altLang="ko-KR" dirty="0" err="1"/>
              <a:t>Unit.Pixels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Rotate(double angle, Unit units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Point2D Center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Point2D </a:t>
            </a:r>
            <a:r>
              <a:rPr lang="en-US" altLang="ko-KR" dirty="0" err="1"/>
              <a:t>GetCenter</a:t>
            </a:r>
            <a:r>
              <a:rPr lang="en-US" altLang="ko-KR" dirty="0"/>
              <a:t>(Unit </a:t>
            </a:r>
            <a:r>
              <a:rPr lang="en-US" altLang="ko-KR" dirty="0" err="1"/>
              <a:t>unit</a:t>
            </a:r>
            <a:r>
              <a:rPr lang="en-US" altLang="ko-KR" dirty="0"/>
              <a:t> = </a:t>
            </a:r>
            <a:r>
              <a:rPr lang="en-US" altLang="ko-KR" dirty="0" err="1"/>
              <a:t>Unit.Pixels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double Height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GetHeight</a:t>
            </a:r>
            <a:r>
              <a:rPr lang="en-US" altLang="ko-KR" dirty="0"/>
              <a:t>(Unit </a:t>
            </a:r>
            <a:r>
              <a:rPr lang="en-US" altLang="ko-KR" dirty="0" err="1"/>
              <a:t>unit</a:t>
            </a:r>
            <a:r>
              <a:rPr lang="en-US" altLang="ko-KR" dirty="0"/>
              <a:t> = </a:t>
            </a:r>
            <a:r>
              <a:rPr lang="en-US" altLang="ko-KR" dirty="0" err="1"/>
              <a:t>Unit.Pixels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double Width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GetWidth</a:t>
            </a:r>
            <a:r>
              <a:rPr lang="en-US" altLang="ko-KR" dirty="0"/>
              <a:t>(Unit </a:t>
            </a:r>
            <a:r>
              <a:rPr lang="en-US" altLang="ko-KR" dirty="0" err="1"/>
              <a:t>unit</a:t>
            </a:r>
            <a:r>
              <a:rPr lang="en-US" altLang="ko-KR" dirty="0"/>
              <a:t> = </a:t>
            </a:r>
            <a:r>
              <a:rPr lang="en-US" altLang="ko-KR" dirty="0" err="1"/>
              <a:t>Unit.Pixels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string Type;</a:t>
            </a:r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0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 err="1" smtClean="0"/>
              <a:t>FiducialsServiceClass</a:t>
            </a:r>
            <a:r>
              <a:rPr lang="en-US" altLang="ko-KR" b="1" i="1" dirty="0" smtClean="0"/>
              <a:t> </a:t>
            </a:r>
            <a:r>
              <a:rPr lang="en-US" altLang="ko-KR" b="1" dirty="0"/>
              <a:t>(Class : 7)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Fiducials </a:t>
            </a:r>
            <a:r>
              <a:rPr lang="en-US" altLang="ko-KR" b="1" dirty="0" smtClean="0"/>
              <a:t>Class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GetNumSets</a:t>
            </a:r>
            <a:r>
              <a:rPr lang="en-US" altLang="ko-KR" dirty="0" smtClean="0"/>
              <a:t>()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AddSet</a:t>
            </a:r>
            <a:r>
              <a:rPr lang="en-US" altLang="ko-KR" dirty="0" smtClean="0"/>
              <a:t>()</a:t>
            </a:r>
          </a:p>
          <a:p>
            <a:pPr lvl="1"/>
            <a:r>
              <a:rPr lang="en-US" altLang="ko-KR" dirty="0"/>
              <a:t>public void Delete(Fiducial fiducial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ClearSet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fiducialSet</a:t>
            </a:r>
            <a:r>
              <a:rPr lang="en-US" altLang="ko-KR" dirty="0"/>
              <a:t>=0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DeleteSet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fiducialSet</a:t>
            </a:r>
            <a:r>
              <a:rPr lang="en-US" altLang="ko-KR" dirty="0"/>
              <a:t>=0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Fiducial </a:t>
            </a:r>
            <a:r>
              <a:rPr lang="en-US" altLang="ko-KR" dirty="0" err="1"/>
              <a:t>GetFiducialClosestTo</a:t>
            </a:r>
            <a:r>
              <a:rPr lang="en-US" altLang="ko-KR" dirty="0"/>
              <a:t>(double x, double y,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workingSet</a:t>
            </a:r>
            <a:r>
              <a:rPr lang="en-US" altLang="ko-KR" dirty="0"/>
              <a:t>=0, </a:t>
            </a:r>
            <a:r>
              <a:rPr lang="en-US" altLang="ko-KR" dirty="0" smtClean="0"/>
              <a:t>Unit units </a:t>
            </a:r>
            <a:r>
              <a:rPr lang="en-US" altLang="ko-KR" dirty="0"/>
              <a:t>= </a:t>
            </a:r>
            <a:r>
              <a:rPr lang="en-US" altLang="ko-KR" dirty="0" err="1"/>
              <a:t>Unit.Pixels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GetNumFiducials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workingSet</a:t>
            </a:r>
            <a:r>
              <a:rPr lang="en-US" altLang="ko-KR" dirty="0"/>
              <a:t> = null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Load(string </a:t>
            </a:r>
            <a:r>
              <a:rPr lang="en-US" altLang="ko-KR" dirty="0" err="1"/>
              <a:t>fileName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Save(string </a:t>
            </a:r>
            <a:r>
              <a:rPr lang="en-US" altLang="ko-KR" dirty="0" err="1"/>
              <a:t>fileName</a:t>
            </a:r>
            <a:r>
              <a:rPr lang="en-US" altLang="ko-KR" dirty="0"/>
              <a:t>);</a:t>
            </a:r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13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 err="1"/>
              <a:t>MotionService</a:t>
            </a:r>
            <a:r>
              <a:rPr lang="en-US" altLang="ko-KR" b="1" i="1" dirty="0"/>
              <a:t> </a:t>
            </a:r>
            <a:r>
              <a:rPr lang="en-US" altLang="ko-KR" b="1" i="1" dirty="0" smtClean="0"/>
              <a:t>Class </a:t>
            </a:r>
            <a:r>
              <a:rPr lang="en-US" altLang="ko-KR" b="1" dirty="0"/>
              <a:t>(Class : </a:t>
            </a:r>
            <a:r>
              <a:rPr lang="en-US" altLang="ko-KR" b="1" dirty="0" smtClean="0"/>
              <a:t>8)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Home Axes </a:t>
            </a:r>
            <a:r>
              <a:rPr lang="en-US" altLang="ko-KR" b="1" dirty="0" smtClean="0"/>
              <a:t>Methods</a:t>
            </a:r>
          </a:p>
          <a:p>
            <a:r>
              <a:rPr lang="en-US" altLang="ko-KR" b="1" dirty="0"/>
              <a:t>Move Axes </a:t>
            </a:r>
            <a:r>
              <a:rPr lang="en-US" altLang="ko-KR" b="1" dirty="0" smtClean="0"/>
              <a:t>Methods</a:t>
            </a:r>
          </a:p>
          <a:p>
            <a:r>
              <a:rPr lang="en-US" altLang="ko-KR" b="1" dirty="0"/>
              <a:t>Retrieve Current Position Methods</a:t>
            </a:r>
          </a:p>
          <a:p>
            <a:r>
              <a:rPr lang="en-US" altLang="ko-KR" b="1" dirty="0"/>
              <a:t>Wait On Axes Methods</a:t>
            </a:r>
            <a:endParaRPr lang="en-US" altLang="ko-KR" b="1" dirty="0" smtClean="0"/>
          </a:p>
          <a:p>
            <a:r>
              <a:rPr lang="en-US" altLang="ko-KR" b="1" dirty="0"/>
              <a:t>Axis Availability Methods</a:t>
            </a:r>
          </a:p>
          <a:p>
            <a:r>
              <a:rPr lang="en-US" altLang="ko-KR" b="1" dirty="0"/>
              <a:t>Pendant Status Method</a:t>
            </a:r>
            <a:endParaRPr lang="en-US" altLang="ko-KR" b="1" dirty="0" smtClean="0"/>
          </a:p>
          <a:p>
            <a:r>
              <a:rPr lang="en-US" altLang="ko-KR" b="1" dirty="0"/>
              <a:t>Z-Stop Status Method</a:t>
            </a:r>
          </a:p>
          <a:p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247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 err="1"/>
              <a:t>MotionService</a:t>
            </a:r>
            <a:r>
              <a:rPr lang="en-US" altLang="ko-KR" b="1" i="1" dirty="0"/>
              <a:t> </a:t>
            </a:r>
            <a:r>
              <a:rPr lang="en-US" altLang="ko-KR" b="1" i="1" dirty="0" smtClean="0"/>
              <a:t>Class </a:t>
            </a:r>
            <a:r>
              <a:rPr lang="en-US" altLang="ko-KR" b="1" dirty="0"/>
              <a:t>(Class : 8)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ko-KR" b="1" dirty="0"/>
              <a:t>Home Axes Methods</a:t>
            </a:r>
          </a:p>
          <a:p>
            <a:pPr lvl="1"/>
            <a:r>
              <a:rPr lang="en-US" altLang="ko-KR" dirty="0"/>
              <a:t>public string Home(</a:t>
            </a:r>
            <a:r>
              <a:rPr lang="en-US" altLang="ko-KR" dirty="0" err="1"/>
              <a:t>AxisType</a:t>
            </a:r>
            <a:r>
              <a:rPr lang="en-US" altLang="ko-KR" dirty="0"/>
              <a:t>[] axes, bool wait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bool </a:t>
            </a:r>
            <a:r>
              <a:rPr lang="en-US" altLang="ko-KR" dirty="0" err="1"/>
              <a:t>IsHomed</a:t>
            </a:r>
            <a:r>
              <a:rPr lang="en-US" altLang="ko-KR" dirty="0"/>
              <a:t>(</a:t>
            </a:r>
            <a:r>
              <a:rPr lang="en-US" altLang="ko-KR" dirty="0" err="1"/>
              <a:t>AxisType</a:t>
            </a:r>
            <a:r>
              <a:rPr lang="en-US" altLang="ko-KR" dirty="0"/>
              <a:t> axis</a:t>
            </a:r>
            <a:r>
              <a:rPr lang="en-US" altLang="ko-KR" dirty="0" smtClean="0"/>
              <a:t>);</a:t>
            </a:r>
          </a:p>
          <a:p>
            <a:r>
              <a:rPr lang="en-US" altLang="ko-KR" b="1" dirty="0"/>
              <a:t>Move Axes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MoveX</a:t>
            </a:r>
            <a:r>
              <a:rPr lang="en-US" altLang="ko-KR" dirty="0"/>
              <a:t>(double </a:t>
            </a:r>
            <a:r>
              <a:rPr lang="en-US" altLang="ko-KR" dirty="0" err="1"/>
              <a:t>xPosition</a:t>
            </a:r>
            <a:r>
              <a:rPr lang="en-US" altLang="ko-KR" dirty="0"/>
              <a:t>, Unit </a:t>
            </a:r>
            <a:r>
              <a:rPr lang="en-US" altLang="ko-KR" dirty="0" err="1"/>
              <a:t>unit</a:t>
            </a:r>
            <a:r>
              <a:rPr lang="en-US" altLang="ko-KR" dirty="0"/>
              <a:t>, bool wait);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MoveX</a:t>
            </a:r>
            <a:r>
              <a:rPr lang="en-US" altLang="ko-KR" dirty="0"/>
              <a:t>(double </a:t>
            </a:r>
            <a:r>
              <a:rPr lang="en-US" altLang="ko-KR" dirty="0" err="1"/>
              <a:t>xPosition</a:t>
            </a:r>
            <a:r>
              <a:rPr lang="en-US" altLang="ko-KR" dirty="0"/>
              <a:t>, string unit, bool wait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MoveY</a:t>
            </a:r>
            <a:r>
              <a:rPr lang="en-US" altLang="ko-KR" dirty="0"/>
              <a:t>(double </a:t>
            </a:r>
            <a:r>
              <a:rPr lang="en-US" altLang="ko-KR" dirty="0" err="1"/>
              <a:t>yPosition</a:t>
            </a:r>
            <a:r>
              <a:rPr lang="en-US" altLang="ko-KR" dirty="0"/>
              <a:t>, Unit </a:t>
            </a:r>
            <a:r>
              <a:rPr lang="en-US" altLang="ko-KR" dirty="0" err="1"/>
              <a:t>unit</a:t>
            </a:r>
            <a:r>
              <a:rPr lang="en-US" altLang="ko-KR" dirty="0"/>
              <a:t>, bool wait);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MoveY</a:t>
            </a:r>
            <a:r>
              <a:rPr lang="en-US" altLang="ko-KR" dirty="0"/>
              <a:t>(double </a:t>
            </a:r>
            <a:r>
              <a:rPr lang="en-US" altLang="ko-KR" dirty="0" err="1"/>
              <a:t>yPosition</a:t>
            </a:r>
            <a:r>
              <a:rPr lang="en-US" altLang="ko-KR" dirty="0"/>
              <a:t>, string unit, bool wait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MoveZ</a:t>
            </a:r>
            <a:r>
              <a:rPr lang="en-US" altLang="ko-KR" dirty="0"/>
              <a:t>(double </a:t>
            </a:r>
            <a:r>
              <a:rPr lang="en-US" altLang="ko-KR" dirty="0" err="1"/>
              <a:t>zPosition</a:t>
            </a:r>
            <a:r>
              <a:rPr lang="en-US" altLang="ko-KR" dirty="0"/>
              <a:t>, Unit </a:t>
            </a:r>
            <a:r>
              <a:rPr lang="en-US" altLang="ko-KR" dirty="0" err="1"/>
              <a:t>unit</a:t>
            </a:r>
            <a:r>
              <a:rPr lang="en-US" altLang="ko-KR" dirty="0"/>
              <a:t>, bool wait);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MoveZ</a:t>
            </a:r>
            <a:r>
              <a:rPr lang="en-US" altLang="ko-KR" dirty="0"/>
              <a:t>(double </a:t>
            </a:r>
            <a:r>
              <a:rPr lang="en-US" altLang="ko-KR" dirty="0" err="1"/>
              <a:t>zPosition</a:t>
            </a:r>
            <a:r>
              <a:rPr lang="en-US" altLang="ko-KR" dirty="0"/>
              <a:t>, string unit, bool wait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MoveXY</a:t>
            </a:r>
            <a:r>
              <a:rPr lang="en-US" altLang="ko-KR" dirty="0"/>
              <a:t>(double </a:t>
            </a:r>
            <a:r>
              <a:rPr lang="en-US" altLang="ko-KR" dirty="0" err="1"/>
              <a:t>xPosition</a:t>
            </a:r>
            <a:r>
              <a:rPr lang="en-US" altLang="ko-KR" dirty="0"/>
              <a:t>, double </a:t>
            </a:r>
            <a:r>
              <a:rPr lang="en-US" altLang="ko-KR" dirty="0" err="1"/>
              <a:t>yPosition</a:t>
            </a:r>
            <a:r>
              <a:rPr lang="en-US" altLang="ko-KR" dirty="0"/>
              <a:t>, Unit </a:t>
            </a:r>
            <a:r>
              <a:rPr lang="en-US" altLang="ko-KR" dirty="0" err="1"/>
              <a:t>unit</a:t>
            </a:r>
            <a:r>
              <a:rPr lang="en-US" altLang="ko-KR" dirty="0"/>
              <a:t>, bool wait);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MoveXY</a:t>
            </a:r>
            <a:r>
              <a:rPr lang="en-US" altLang="ko-KR" dirty="0"/>
              <a:t>(double </a:t>
            </a:r>
            <a:r>
              <a:rPr lang="en-US" altLang="ko-KR" dirty="0" err="1"/>
              <a:t>xPosition</a:t>
            </a:r>
            <a:r>
              <a:rPr lang="en-US" altLang="ko-KR" dirty="0"/>
              <a:t>, double </a:t>
            </a:r>
            <a:r>
              <a:rPr lang="en-US" altLang="ko-KR" dirty="0" err="1"/>
              <a:t>yPosition</a:t>
            </a:r>
            <a:r>
              <a:rPr lang="en-US" altLang="ko-KR" dirty="0"/>
              <a:t>, string unit, bool wait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MoveXYZ</a:t>
            </a:r>
            <a:r>
              <a:rPr lang="en-US" altLang="ko-KR" dirty="0"/>
              <a:t>(double </a:t>
            </a:r>
            <a:r>
              <a:rPr lang="en-US" altLang="ko-KR" dirty="0" err="1"/>
              <a:t>xPosition</a:t>
            </a:r>
            <a:r>
              <a:rPr lang="en-US" altLang="ko-KR" dirty="0"/>
              <a:t>, double </a:t>
            </a:r>
            <a:r>
              <a:rPr lang="en-US" altLang="ko-KR" dirty="0" err="1"/>
              <a:t>yPosition</a:t>
            </a:r>
            <a:r>
              <a:rPr lang="en-US" altLang="ko-KR" dirty="0"/>
              <a:t>, double </a:t>
            </a:r>
            <a:r>
              <a:rPr lang="en-US" altLang="ko-KR" dirty="0" err="1" smtClean="0"/>
              <a:t>zPosition</a:t>
            </a:r>
            <a:r>
              <a:rPr lang="en-US" altLang="ko-KR" dirty="0" smtClean="0"/>
              <a:t>, Unit </a:t>
            </a:r>
            <a:r>
              <a:rPr lang="en-US" altLang="ko-KR" dirty="0"/>
              <a:t>unit, bool wait);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MoveXYZ</a:t>
            </a:r>
            <a:r>
              <a:rPr lang="en-US" altLang="ko-KR" dirty="0"/>
              <a:t>(double </a:t>
            </a:r>
            <a:r>
              <a:rPr lang="en-US" altLang="ko-KR" dirty="0" err="1"/>
              <a:t>xPosition</a:t>
            </a:r>
            <a:r>
              <a:rPr lang="en-US" altLang="ko-KR" dirty="0"/>
              <a:t>, double </a:t>
            </a:r>
            <a:r>
              <a:rPr lang="en-US" altLang="ko-KR" dirty="0" err="1"/>
              <a:t>yPosition</a:t>
            </a:r>
            <a:r>
              <a:rPr lang="en-US" altLang="ko-KR" dirty="0"/>
              <a:t>, double </a:t>
            </a:r>
            <a:r>
              <a:rPr lang="en-US" altLang="ko-KR" dirty="0" err="1"/>
              <a:t>zPosition</a:t>
            </a:r>
            <a:r>
              <a:rPr lang="en-US" altLang="ko-KR" dirty="0" smtClean="0"/>
              <a:t>, string </a:t>
            </a:r>
            <a:r>
              <a:rPr lang="en-US" altLang="ko-KR" dirty="0"/>
              <a:t>unit, bool wait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 smtClean="0"/>
              <a:t>public string </a:t>
            </a:r>
            <a:r>
              <a:rPr lang="en-US" altLang="ko-KR" dirty="0" err="1"/>
              <a:t>MoveP</a:t>
            </a:r>
            <a:r>
              <a:rPr lang="en-US" altLang="ko-KR" dirty="0"/>
              <a:t>(double </a:t>
            </a:r>
            <a:r>
              <a:rPr lang="en-US" altLang="ko-KR" dirty="0" err="1"/>
              <a:t>pPosition</a:t>
            </a:r>
            <a:r>
              <a:rPr lang="en-US" altLang="ko-KR" dirty="0"/>
              <a:t>, Unit </a:t>
            </a:r>
            <a:r>
              <a:rPr lang="en-US" altLang="ko-KR" dirty="0" err="1"/>
              <a:t>unit</a:t>
            </a:r>
            <a:r>
              <a:rPr lang="en-US" altLang="ko-KR" dirty="0"/>
              <a:t>, bool wait, bool </a:t>
            </a:r>
            <a:r>
              <a:rPr lang="en-US" altLang="ko-KR" dirty="0" err="1"/>
              <a:t>isParcentric</a:t>
            </a:r>
            <a:r>
              <a:rPr lang="en-US" altLang="ko-KR" dirty="0"/>
              <a:t>=false);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MoveP</a:t>
            </a:r>
            <a:r>
              <a:rPr lang="en-US" altLang="ko-KR" dirty="0"/>
              <a:t>(double </a:t>
            </a:r>
            <a:r>
              <a:rPr lang="en-US" altLang="ko-KR" dirty="0" err="1"/>
              <a:t>pPosition</a:t>
            </a:r>
            <a:r>
              <a:rPr lang="en-US" altLang="ko-KR" dirty="0"/>
              <a:t>, string unit, bool wait</a:t>
            </a:r>
            <a:r>
              <a:rPr lang="en-US" altLang="ko-KR" dirty="0" smtClean="0"/>
              <a:t>, bool </a:t>
            </a:r>
            <a:r>
              <a:rPr lang="en-US" altLang="ko-KR" dirty="0" err="1"/>
              <a:t>isParcentric</a:t>
            </a:r>
            <a:r>
              <a:rPr lang="en-US" altLang="ko-KR" dirty="0"/>
              <a:t>=false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 smtClean="0"/>
              <a:t>public string </a:t>
            </a:r>
            <a:r>
              <a:rPr lang="en-US" altLang="ko-KR" dirty="0" err="1"/>
              <a:t>MoveR</a:t>
            </a:r>
            <a:r>
              <a:rPr lang="en-US" altLang="ko-KR" dirty="0"/>
              <a:t>(double </a:t>
            </a:r>
            <a:r>
              <a:rPr lang="en-US" altLang="ko-KR" dirty="0" err="1"/>
              <a:t>rPosition</a:t>
            </a:r>
            <a:r>
              <a:rPr lang="en-US" altLang="ko-KR" dirty="0"/>
              <a:t>, Unit </a:t>
            </a:r>
            <a:r>
              <a:rPr lang="en-US" altLang="ko-KR" dirty="0" err="1"/>
              <a:t>unit</a:t>
            </a:r>
            <a:r>
              <a:rPr lang="en-US" altLang="ko-KR" dirty="0"/>
              <a:t>, bool wait, bool </a:t>
            </a:r>
            <a:r>
              <a:rPr lang="en-US" altLang="ko-KR" dirty="0" err="1"/>
              <a:t>isParcentric</a:t>
            </a:r>
            <a:r>
              <a:rPr lang="en-US" altLang="ko-KR" dirty="0"/>
              <a:t>=false);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MoveR</a:t>
            </a:r>
            <a:r>
              <a:rPr lang="en-US" altLang="ko-KR" dirty="0"/>
              <a:t>(double </a:t>
            </a:r>
            <a:r>
              <a:rPr lang="en-US" altLang="ko-KR" dirty="0" err="1"/>
              <a:t>rPosition</a:t>
            </a:r>
            <a:r>
              <a:rPr lang="en-US" altLang="ko-KR" dirty="0"/>
              <a:t>, string unit, bool wait</a:t>
            </a:r>
            <a:r>
              <a:rPr lang="en-US" altLang="ko-KR" dirty="0" smtClean="0"/>
              <a:t>, bool </a:t>
            </a:r>
            <a:r>
              <a:rPr lang="en-US" altLang="ko-KR" dirty="0" err="1"/>
              <a:t>isParcentric</a:t>
            </a:r>
            <a:r>
              <a:rPr lang="en-US" altLang="ko-KR" dirty="0"/>
              <a:t>=false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MoveRP</a:t>
            </a:r>
            <a:r>
              <a:rPr lang="en-US" altLang="ko-KR" dirty="0"/>
              <a:t>(double </a:t>
            </a:r>
            <a:r>
              <a:rPr lang="en-US" altLang="ko-KR" dirty="0" err="1"/>
              <a:t>rPosition</a:t>
            </a:r>
            <a:r>
              <a:rPr lang="en-US" altLang="ko-KR" dirty="0"/>
              <a:t>, double </a:t>
            </a:r>
            <a:r>
              <a:rPr lang="en-US" altLang="ko-KR" dirty="0" err="1"/>
              <a:t>pPosition</a:t>
            </a:r>
            <a:r>
              <a:rPr lang="en-US" altLang="ko-KR" dirty="0"/>
              <a:t>, Unit </a:t>
            </a:r>
            <a:r>
              <a:rPr lang="en-US" altLang="ko-KR" dirty="0" err="1"/>
              <a:t>unit</a:t>
            </a:r>
            <a:r>
              <a:rPr lang="en-US" altLang="ko-KR" dirty="0" smtClean="0"/>
              <a:t>, bool </a:t>
            </a:r>
            <a:r>
              <a:rPr lang="en-US" altLang="ko-KR" dirty="0"/>
              <a:t>wait, bool </a:t>
            </a:r>
            <a:r>
              <a:rPr lang="en-US" altLang="ko-KR" dirty="0" err="1"/>
              <a:t>isParcentric</a:t>
            </a:r>
            <a:r>
              <a:rPr lang="en-US" altLang="ko-KR" dirty="0"/>
              <a:t>=false);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MoveRP</a:t>
            </a:r>
            <a:r>
              <a:rPr lang="en-US" altLang="ko-KR" dirty="0"/>
              <a:t>(double </a:t>
            </a:r>
            <a:r>
              <a:rPr lang="en-US" altLang="ko-KR" dirty="0" err="1"/>
              <a:t>rPosition</a:t>
            </a:r>
            <a:r>
              <a:rPr lang="en-US" altLang="ko-KR" dirty="0"/>
              <a:t>, double </a:t>
            </a:r>
            <a:r>
              <a:rPr lang="en-US" altLang="ko-KR" dirty="0" err="1"/>
              <a:t>pPosition</a:t>
            </a:r>
            <a:r>
              <a:rPr lang="en-US" altLang="ko-KR" dirty="0"/>
              <a:t>, string unit</a:t>
            </a:r>
            <a:r>
              <a:rPr lang="en-US" altLang="ko-KR" dirty="0" smtClean="0"/>
              <a:t>, bool </a:t>
            </a:r>
            <a:r>
              <a:rPr lang="en-US" altLang="ko-KR" dirty="0"/>
              <a:t>wait, bool </a:t>
            </a:r>
            <a:r>
              <a:rPr lang="en-US" altLang="ko-KR" dirty="0" err="1"/>
              <a:t>isParcentric</a:t>
            </a:r>
            <a:r>
              <a:rPr lang="en-US" altLang="ko-KR" dirty="0"/>
              <a:t>=false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MoveT</a:t>
            </a:r>
            <a:r>
              <a:rPr lang="en-US" altLang="ko-KR" dirty="0"/>
              <a:t>(double </a:t>
            </a:r>
            <a:r>
              <a:rPr lang="en-US" altLang="ko-KR" dirty="0" err="1"/>
              <a:t>tPosition</a:t>
            </a:r>
            <a:r>
              <a:rPr lang="en-US" altLang="ko-KR" dirty="0"/>
              <a:t>, Unit </a:t>
            </a:r>
            <a:r>
              <a:rPr lang="en-US" altLang="ko-KR" dirty="0" err="1"/>
              <a:t>unit</a:t>
            </a:r>
            <a:r>
              <a:rPr lang="en-US" altLang="ko-KR" dirty="0"/>
              <a:t>, bool wait);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MoveT</a:t>
            </a:r>
            <a:r>
              <a:rPr lang="en-US" altLang="ko-KR" dirty="0"/>
              <a:t>(double </a:t>
            </a:r>
            <a:r>
              <a:rPr lang="en-US" altLang="ko-KR" dirty="0" err="1"/>
              <a:t>tPosition</a:t>
            </a:r>
            <a:r>
              <a:rPr lang="en-US" altLang="ko-KR" dirty="0"/>
              <a:t>, string unit, bool wait);</a:t>
            </a:r>
            <a:endParaRPr lang="ko-KR" altLang="en-US" dirty="0"/>
          </a:p>
        </p:txBody>
      </p:sp>
      <p:sp>
        <p:nvSpPr>
          <p:cNvPr id="4" name="실행 단추: 돌아가기 3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298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 err="1"/>
              <a:t>MotionService</a:t>
            </a:r>
            <a:r>
              <a:rPr lang="en-US" altLang="ko-KR" b="1" i="1" dirty="0"/>
              <a:t> </a:t>
            </a:r>
            <a:r>
              <a:rPr lang="en-US" altLang="ko-KR" b="1" i="1" dirty="0" smtClean="0"/>
              <a:t>Class </a:t>
            </a:r>
            <a:r>
              <a:rPr lang="en-US" altLang="ko-KR" b="1" dirty="0"/>
              <a:t>(Class : 8)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b="1" dirty="0"/>
              <a:t>Retrieve Current Position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GetXPos</a:t>
            </a:r>
            <a:r>
              <a:rPr lang="en-US" altLang="ko-KR" dirty="0"/>
              <a:t>(Unit unit);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GetXPos</a:t>
            </a:r>
            <a:r>
              <a:rPr lang="en-US" altLang="ko-KR" dirty="0"/>
              <a:t>(string unit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GetYPos</a:t>
            </a:r>
            <a:r>
              <a:rPr lang="en-US" altLang="ko-KR" dirty="0"/>
              <a:t>(Unit unit);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GetYPos</a:t>
            </a:r>
            <a:r>
              <a:rPr lang="en-US" altLang="ko-KR" dirty="0"/>
              <a:t>(string unit);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GetZPos</a:t>
            </a:r>
            <a:r>
              <a:rPr lang="en-US" altLang="ko-KR" dirty="0"/>
              <a:t>(Unit unit);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GetZPos</a:t>
            </a:r>
            <a:r>
              <a:rPr lang="en-US" altLang="ko-KR" dirty="0"/>
              <a:t>(string unit);</a:t>
            </a:r>
            <a:endParaRPr lang="en-US" altLang="ko-KR" dirty="0" smtClean="0"/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GetPPos</a:t>
            </a:r>
            <a:r>
              <a:rPr lang="en-US" altLang="ko-KR" dirty="0"/>
              <a:t>(Unit unit);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GetPPos</a:t>
            </a:r>
            <a:r>
              <a:rPr lang="en-US" altLang="ko-KR" dirty="0"/>
              <a:t>(string unit);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GetRPos</a:t>
            </a:r>
            <a:r>
              <a:rPr lang="en-US" altLang="ko-KR" dirty="0"/>
              <a:t>(Unit unit);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GetRPos</a:t>
            </a:r>
            <a:r>
              <a:rPr lang="en-US" altLang="ko-KR" dirty="0"/>
              <a:t>(string unit);</a:t>
            </a:r>
            <a:endParaRPr lang="en-US" altLang="ko-KR" dirty="0" smtClean="0"/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GetTPos</a:t>
            </a:r>
            <a:r>
              <a:rPr lang="en-US" altLang="ko-KR" dirty="0"/>
              <a:t>(Unit unit);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GetTPos</a:t>
            </a:r>
            <a:r>
              <a:rPr lang="en-US" altLang="ko-KR" dirty="0"/>
              <a:t>(string unit</a:t>
            </a:r>
            <a:r>
              <a:rPr lang="en-US" altLang="ko-KR" dirty="0" smtClean="0"/>
              <a:t>);</a:t>
            </a:r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9261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 err="1"/>
              <a:t>MotionService</a:t>
            </a:r>
            <a:r>
              <a:rPr lang="en-US" altLang="ko-KR" b="1" i="1" dirty="0"/>
              <a:t> </a:t>
            </a:r>
            <a:r>
              <a:rPr lang="en-US" altLang="ko-KR" b="1" i="1" dirty="0" smtClean="0"/>
              <a:t>Class </a:t>
            </a:r>
            <a:r>
              <a:rPr lang="en-US" altLang="ko-KR" b="1" dirty="0"/>
              <a:t>(Class : 8)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Wait On Axes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fr-FR" altLang="ko-KR" dirty="0"/>
              <a:t>public void Wait(AxisType[] axes, double timeout</a:t>
            </a:r>
            <a:r>
              <a:rPr lang="fr-FR" altLang="ko-KR" dirty="0" smtClean="0"/>
              <a:t>);</a:t>
            </a:r>
            <a:endParaRPr lang="en-US" altLang="ko-KR" dirty="0" smtClean="0"/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WaitForStageTaskComplete</a:t>
            </a:r>
            <a:r>
              <a:rPr lang="en-US" altLang="ko-KR" dirty="0"/>
              <a:t>(string </a:t>
            </a:r>
            <a:r>
              <a:rPr lang="en-US" altLang="ko-KR" dirty="0" err="1"/>
              <a:t>taskId</a:t>
            </a:r>
            <a:r>
              <a:rPr lang="en-US" altLang="ko-KR" dirty="0"/>
              <a:t>, double timeout</a:t>
            </a:r>
            <a:r>
              <a:rPr lang="en-US" altLang="ko-KR" dirty="0" smtClean="0"/>
              <a:t>);</a:t>
            </a:r>
          </a:p>
          <a:p>
            <a:r>
              <a:rPr lang="en-US" altLang="ko-KR" b="1" dirty="0"/>
              <a:t>Axis Availability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bool </a:t>
            </a:r>
            <a:r>
              <a:rPr lang="en-US" altLang="ko-KR" dirty="0" err="1"/>
              <a:t>IsActive</a:t>
            </a:r>
            <a:r>
              <a:rPr lang="en-US" altLang="ko-KR" dirty="0"/>
              <a:t>(</a:t>
            </a:r>
            <a:r>
              <a:rPr lang="en-US" altLang="ko-KR" dirty="0" err="1"/>
              <a:t>AxisType</a:t>
            </a:r>
            <a:r>
              <a:rPr lang="en-US" altLang="ko-KR" dirty="0"/>
              <a:t> axis</a:t>
            </a:r>
            <a:r>
              <a:rPr lang="en-US" altLang="ko-KR" dirty="0" smtClean="0"/>
              <a:t>);</a:t>
            </a:r>
          </a:p>
          <a:p>
            <a:r>
              <a:rPr lang="en-US" altLang="ko-KR" b="1" dirty="0"/>
              <a:t>Pendant Status </a:t>
            </a:r>
            <a:r>
              <a:rPr lang="en-US" altLang="ko-KR" b="1" dirty="0" smtClean="0"/>
              <a:t>Method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SetPendantEnabled</a:t>
            </a:r>
            <a:r>
              <a:rPr lang="en-US" altLang="ko-KR" dirty="0"/>
              <a:t>(bool enabled</a:t>
            </a:r>
            <a:r>
              <a:rPr lang="en-US" altLang="ko-KR" dirty="0" smtClean="0"/>
              <a:t>);</a:t>
            </a:r>
          </a:p>
          <a:p>
            <a:r>
              <a:rPr lang="en-US" altLang="ko-KR" b="1" dirty="0"/>
              <a:t>Z-Stop Status </a:t>
            </a:r>
            <a:r>
              <a:rPr lang="en-US" altLang="ko-KR" b="1" dirty="0" smtClean="0"/>
              <a:t>Method</a:t>
            </a:r>
          </a:p>
          <a:p>
            <a:pPr lvl="1"/>
            <a:r>
              <a:rPr lang="en-US" altLang="ko-KR" dirty="0"/>
              <a:t>public bool </a:t>
            </a:r>
            <a:r>
              <a:rPr lang="en-US" altLang="ko-KR" dirty="0" err="1"/>
              <a:t>IsZStopSet</a:t>
            </a:r>
            <a:r>
              <a:rPr lang="en-US" altLang="ko-KR" dirty="0"/>
              <a:t>();</a:t>
            </a:r>
            <a:endParaRPr lang="fr-FR" altLang="ko-KR" dirty="0" smtClean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5707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 err="1"/>
              <a:t>PatternService</a:t>
            </a:r>
            <a:r>
              <a:rPr lang="en-US" altLang="ko-KR" b="1" i="1" dirty="0"/>
              <a:t> </a:t>
            </a:r>
            <a:r>
              <a:rPr lang="en-US" altLang="ko-KR" b="1" i="1" dirty="0" smtClean="0"/>
              <a:t>Class </a:t>
            </a:r>
            <a:r>
              <a:rPr lang="en-US" altLang="ko-KR" b="1" dirty="0"/>
              <a:t>(Class : </a:t>
            </a:r>
            <a:r>
              <a:rPr lang="en-US" altLang="ko-KR" b="1" dirty="0" smtClean="0"/>
              <a:t>9)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Save/Load Pattern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void Load(string </a:t>
            </a:r>
            <a:r>
              <a:rPr lang="en-US" altLang="ko-KR" dirty="0" err="1"/>
              <a:t>fileName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Save(string </a:t>
            </a:r>
            <a:r>
              <a:rPr lang="en-US" altLang="ko-KR" dirty="0" err="1"/>
              <a:t>fileName</a:t>
            </a:r>
            <a:r>
              <a:rPr lang="en-US" altLang="ko-KR" dirty="0" smtClean="0"/>
              <a:t>);</a:t>
            </a:r>
          </a:p>
          <a:p>
            <a:r>
              <a:rPr lang="en-US" altLang="ko-KR" b="1" dirty="0"/>
              <a:t>Run Pattern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void Align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PreAlign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Run();</a:t>
            </a:r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07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 err="1"/>
              <a:t>RecipeService</a:t>
            </a:r>
            <a:r>
              <a:rPr lang="en-US" altLang="ko-KR" b="1" i="1" dirty="0"/>
              <a:t> </a:t>
            </a:r>
            <a:r>
              <a:rPr lang="en-US" altLang="ko-KR" b="1" i="1" dirty="0" smtClean="0"/>
              <a:t>Class </a:t>
            </a:r>
            <a:r>
              <a:rPr lang="en-US" altLang="ko-KR" b="1" dirty="0"/>
              <a:t>(Class : </a:t>
            </a:r>
            <a:r>
              <a:rPr lang="en-US" altLang="ko-KR" b="1" dirty="0" smtClean="0"/>
              <a:t>10)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Save/Load Recipe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void Load(string </a:t>
            </a:r>
            <a:r>
              <a:rPr lang="en-US" altLang="ko-KR" dirty="0" err="1"/>
              <a:t>fileName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Save(string </a:t>
            </a:r>
            <a:r>
              <a:rPr lang="en-US" altLang="ko-KR" dirty="0" err="1"/>
              <a:t>fileName</a:t>
            </a:r>
            <a:r>
              <a:rPr lang="en-US" altLang="ko-KR" dirty="0" smtClean="0"/>
              <a:t>);</a:t>
            </a:r>
          </a:p>
          <a:p>
            <a:r>
              <a:rPr lang="en-US" altLang="ko-KR" b="1" dirty="0"/>
              <a:t>Run Recipe </a:t>
            </a:r>
            <a:r>
              <a:rPr lang="en-US" altLang="ko-KR" b="1" dirty="0" smtClean="0"/>
              <a:t>Method</a:t>
            </a:r>
          </a:p>
          <a:p>
            <a:pPr lvl="1"/>
            <a:r>
              <a:rPr lang="en-US" altLang="ko-KR" dirty="0"/>
              <a:t>public void Run();</a:t>
            </a:r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116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b="1" i="1" dirty="0" err="1" smtClean="0"/>
              <a:t>SystemCommandsService</a:t>
            </a:r>
            <a:r>
              <a:rPr lang="en-US" altLang="ko-KR" sz="4000" b="1" i="1" dirty="0" smtClean="0"/>
              <a:t> Class </a:t>
            </a:r>
            <a:r>
              <a:rPr lang="en-US" altLang="ko-KR" sz="4000" b="1" dirty="0"/>
              <a:t>(Class : </a:t>
            </a:r>
            <a:r>
              <a:rPr lang="en-US" altLang="ko-KR" sz="4000" b="1" dirty="0" smtClean="0"/>
              <a:t>11)</a:t>
            </a:r>
            <a:endParaRPr lang="ko-KR" altLang="en-US" sz="4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b="1" dirty="0"/>
              <a:t>Host Information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GetComputerName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GetOSName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long </a:t>
            </a:r>
            <a:r>
              <a:rPr lang="en-US" altLang="ko-KR" dirty="0" err="1"/>
              <a:t>GetRamSize</a:t>
            </a:r>
            <a:r>
              <a:rPr lang="en-US" altLang="ko-KR" dirty="0" smtClean="0"/>
              <a:t>();</a:t>
            </a:r>
          </a:p>
          <a:p>
            <a:r>
              <a:rPr lang="en-US" altLang="ko-KR" b="1" dirty="0"/>
              <a:t>Directory Information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GetBinDir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GetWorkingDir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GetOpenDir</a:t>
            </a:r>
            <a:r>
              <a:rPr lang="en-US" altLang="ko-KR" dirty="0"/>
              <a:t>(</a:t>
            </a:r>
            <a:r>
              <a:rPr lang="en-US" altLang="ko-KR" dirty="0" err="1"/>
              <a:t>FileTypes</a:t>
            </a:r>
            <a:r>
              <a:rPr lang="en-US" altLang="ko-KR" dirty="0"/>
              <a:t> </a:t>
            </a:r>
            <a:r>
              <a:rPr lang="en-US" altLang="ko-KR" dirty="0" err="1"/>
              <a:t>fileType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SetOpenDir</a:t>
            </a:r>
            <a:r>
              <a:rPr lang="en-US" altLang="ko-KR" dirty="0"/>
              <a:t>(</a:t>
            </a:r>
            <a:r>
              <a:rPr lang="en-US" altLang="ko-KR" dirty="0" err="1"/>
              <a:t>FileTypes</a:t>
            </a:r>
            <a:r>
              <a:rPr lang="en-US" altLang="ko-KR" dirty="0"/>
              <a:t> </a:t>
            </a:r>
            <a:r>
              <a:rPr lang="en-US" altLang="ko-KR" dirty="0" err="1"/>
              <a:t>fileType</a:t>
            </a:r>
            <a:r>
              <a:rPr lang="en-US" altLang="ko-KR" dirty="0"/>
              <a:t>, string </a:t>
            </a:r>
            <a:r>
              <a:rPr lang="en-US" altLang="ko-KR" dirty="0" err="1"/>
              <a:t>dirPath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GetSaveDir</a:t>
            </a:r>
            <a:r>
              <a:rPr lang="en-US" altLang="ko-KR" dirty="0"/>
              <a:t>(</a:t>
            </a:r>
            <a:r>
              <a:rPr lang="en-US" altLang="ko-KR" dirty="0" err="1"/>
              <a:t>FileTypes</a:t>
            </a:r>
            <a:r>
              <a:rPr lang="en-US" altLang="ko-KR" dirty="0"/>
              <a:t> </a:t>
            </a:r>
            <a:r>
              <a:rPr lang="en-US" altLang="ko-KR" dirty="0" err="1"/>
              <a:t>fileType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SetSaveDir</a:t>
            </a:r>
            <a:r>
              <a:rPr lang="en-US" altLang="ko-KR" dirty="0"/>
              <a:t>(</a:t>
            </a:r>
            <a:r>
              <a:rPr lang="en-US" altLang="ko-KR" dirty="0" err="1"/>
              <a:t>FileTypes</a:t>
            </a:r>
            <a:r>
              <a:rPr lang="en-US" altLang="ko-KR" dirty="0"/>
              <a:t> </a:t>
            </a:r>
            <a:r>
              <a:rPr lang="en-US" altLang="ko-KR" dirty="0" err="1"/>
              <a:t>fileType</a:t>
            </a:r>
            <a:r>
              <a:rPr lang="en-US" altLang="ko-KR" dirty="0"/>
              <a:t>, string </a:t>
            </a:r>
            <a:r>
              <a:rPr lang="en-US" altLang="ko-KR" dirty="0" err="1"/>
              <a:t>dirPath</a:t>
            </a:r>
            <a:r>
              <a:rPr lang="en-US" altLang="ko-KR" dirty="0"/>
              <a:t>);</a:t>
            </a:r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80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 err="1"/>
              <a:t>UserInterfaceService</a:t>
            </a:r>
            <a:r>
              <a:rPr lang="en-US" altLang="ko-KR" b="1" i="1" dirty="0"/>
              <a:t> </a:t>
            </a:r>
            <a:r>
              <a:rPr lang="en-US" altLang="ko-KR" b="1" i="1" dirty="0" smtClean="0"/>
              <a:t>Class </a:t>
            </a:r>
            <a:r>
              <a:rPr lang="en-US" altLang="ko-KR" b="1" dirty="0"/>
              <a:t>(Class : </a:t>
            </a:r>
            <a:r>
              <a:rPr lang="en-US" altLang="ko-KR" b="1" dirty="0" smtClean="0"/>
              <a:t>12)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ko-KR" b="1" dirty="0" err="1"/>
              <a:t>Mx</a:t>
            </a:r>
            <a:r>
              <a:rPr lang="en-US" altLang="ko-KR" b="1" dirty="0"/>
              <a:t> GUI </a:t>
            </a:r>
            <a:r>
              <a:rPr lang="en-US" altLang="ko-KR" b="1" dirty="0" smtClean="0"/>
              <a:t>Component</a:t>
            </a:r>
          </a:p>
          <a:p>
            <a:r>
              <a:rPr lang="en-US" altLang="ko-KR" b="1" dirty="0"/>
              <a:t>Modal </a:t>
            </a:r>
            <a:r>
              <a:rPr lang="en-US" altLang="ko-KR" b="1" dirty="0" smtClean="0"/>
              <a:t>Dialogs</a:t>
            </a:r>
          </a:p>
          <a:p>
            <a:r>
              <a:rPr lang="en-US" altLang="ko-KR" b="1" dirty="0"/>
              <a:t>Toolbar Click Methods</a:t>
            </a:r>
          </a:p>
          <a:p>
            <a:r>
              <a:rPr lang="en-US" altLang="ko-KR" b="1" dirty="0"/>
              <a:t>Image Grid Method</a:t>
            </a:r>
            <a:endParaRPr lang="en-US" altLang="ko-KR" b="1" dirty="0" smtClean="0"/>
          </a:p>
          <a:p>
            <a:r>
              <a:rPr lang="en-US" altLang="ko-KR" b="1" dirty="0"/>
              <a:t>Tab Class Method</a:t>
            </a:r>
          </a:p>
          <a:p>
            <a:r>
              <a:rPr lang="en-US" altLang="ko-KR" b="1" dirty="0"/>
              <a:t>Navigator Class</a:t>
            </a:r>
            <a:endParaRPr lang="en-US" altLang="ko-KR" b="1" dirty="0" smtClean="0"/>
          </a:p>
          <a:p>
            <a:r>
              <a:rPr lang="en-US" altLang="ko-KR" b="1" dirty="0" err="1"/>
              <a:t>DockPanel</a:t>
            </a:r>
            <a:r>
              <a:rPr lang="en-US" altLang="ko-KR" b="1" dirty="0"/>
              <a:t> Class</a:t>
            </a:r>
          </a:p>
          <a:p>
            <a:r>
              <a:rPr lang="en-US" altLang="ko-KR" b="1" dirty="0"/>
              <a:t>Group </a:t>
            </a:r>
            <a:r>
              <a:rPr lang="en-US" altLang="ko-KR" b="1" dirty="0" smtClean="0"/>
              <a:t>Class</a:t>
            </a:r>
          </a:p>
          <a:p>
            <a:r>
              <a:rPr lang="en-US" altLang="ko-KR" b="1" dirty="0"/>
              <a:t>Container </a:t>
            </a:r>
            <a:r>
              <a:rPr lang="en-US" altLang="ko-KR" b="1" dirty="0" smtClean="0"/>
              <a:t>Class</a:t>
            </a:r>
          </a:p>
          <a:p>
            <a:r>
              <a:rPr lang="en-US" altLang="ko-KR" b="1" dirty="0" err="1"/>
              <a:t>ContainerWindow</a:t>
            </a:r>
            <a:r>
              <a:rPr lang="en-US" altLang="ko-KR" b="1" dirty="0"/>
              <a:t> </a:t>
            </a:r>
            <a:r>
              <a:rPr lang="en-US" altLang="ko-KR" b="1" dirty="0" smtClean="0"/>
              <a:t>Class</a:t>
            </a:r>
          </a:p>
          <a:p>
            <a:r>
              <a:rPr lang="en-US" altLang="ko-KR" b="1" dirty="0"/>
              <a:t>Window </a:t>
            </a:r>
            <a:r>
              <a:rPr lang="en-US" altLang="ko-KR" b="1" dirty="0" smtClean="0"/>
              <a:t>Class</a:t>
            </a:r>
          </a:p>
          <a:p>
            <a:r>
              <a:rPr lang="en-US" altLang="ko-KR" b="1" dirty="0"/>
              <a:t>Control </a:t>
            </a:r>
            <a:r>
              <a:rPr lang="en-US" altLang="ko-KR" b="1" dirty="0" smtClean="0"/>
              <a:t>Class</a:t>
            </a:r>
          </a:p>
          <a:p>
            <a:r>
              <a:rPr lang="en-US" altLang="ko-KR" b="1" dirty="0"/>
              <a:t>Saving Control </a:t>
            </a:r>
            <a:r>
              <a:rPr lang="en-US" altLang="ko-KR" b="1" dirty="0" smtClean="0"/>
              <a:t>Data</a:t>
            </a:r>
          </a:p>
          <a:p>
            <a:r>
              <a:rPr lang="en-US" altLang="ko-KR" b="1" dirty="0"/>
              <a:t>Print </a:t>
            </a:r>
            <a:r>
              <a:rPr lang="en-US" altLang="ko-KR" b="1" dirty="0" smtClean="0"/>
              <a:t>Methods</a:t>
            </a:r>
          </a:p>
          <a:p>
            <a:r>
              <a:rPr lang="en-US" altLang="ko-KR" b="1" dirty="0"/>
              <a:t>Plot </a:t>
            </a:r>
            <a:r>
              <a:rPr lang="en-US" altLang="ko-KR" b="1" dirty="0" smtClean="0"/>
              <a:t>Methods</a:t>
            </a:r>
          </a:p>
          <a:p>
            <a:r>
              <a:rPr lang="en-US" altLang="ko-KR" b="1" dirty="0"/>
              <a:t>Sequence Method</a:t>
            </a:r>
          </a:p>
          <a:p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317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 err="1"/>
              <a:t>UserInterfaceService</a:t>
            </a:r>
            <a:r>
              <a:rPr lang="en-US" altLang="ko-KR" b="1" i="1" dirty="0"/>
              <a:t> </a:t>
            </a:r>
            <a:r>
              <a:rPr lang="en-US" altLang="ko-KR" b="1" i="1" dirty="0" smtClean="0"/>
              <a:t>Class </a:t>
            </a:r>
            <a:r>
              <a:rPr lang="en-US" altLang="ko-KR" b="1" dirty="0"/>
              <a:t>(Class : </a:t>
            </a:r>
            <a:r>
              <a:rPr lang="en-US" altLang="ko-KR" b="1" dirty="0" smtClean="0"/>
              <a:t>12)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ko-KR" b="1" dirty="0" err="1"/>
              <a:t>Mx</a:t>
            </a:r>
            <a:r>
              <a:rPr lang="en-US" altLang="ko-KR" b="1" dirty="0"/>
              <a:t> GUI </a:t>
            </a:r>
            <a:r>
              <a:rPr lang="en-US" altLang="ko-KR" b="1" dirty="0" smtClean="0"/>
              <a:t>Components</a:t>
            </a:r>
          </a:p>
          <a:p>
            <a:r>
              <a:rPr lang="en-US" altLang="ko-KR" b="1" dirty="0"/>
              <a:t>Modal </a:t>
            </a:r>
            <a:r>
              <a:rPr lang="en-US" altLang="ko-KR" b="1" dirty="0" smtClean="0"/>
              <a:t>Dialogs</a:t>
            </a:r>
          </a:p>
          <a:p>
            <a:pPr lvl="1"/>
            <a:r>
              <a:rPr lang="en-US" altLang="ko-KR" dirty="0"/>
              <a:t>public bool </a:t>
            </a:r>
            <a:r>
              <a:rPr lang="en-US" altLang="ko-KR" dirty="0" err="1"/>
              <a:t>ShowDialog</a:t>
            </a:r>
            <a:r>
              <a:rPr lang="en-US" altLang="ko-KR" dirty="0"/>
              <a:t>(string text, </a:t>
            </a:r>
            <a:r>
              <a:rPr lang="en-US" altLang="ko-KR" dirty="0" err="1"/>
              <a:t>DialogMode</a:t>
            </a:r>
            <a:r>
              <a:rPr lang="en-US" altLang="ko-KR" dirty="0"/>
              <a:t> mode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ShowInputDialog</a:t>
            </a:r>
            <a:r>
              <a:rPr lang="en-US" altLang="ko-KR" dirty="0"/>
              <a:t>(string text, string </a:t>
            </a:r>
            <a:r>
              <a:rPr lang="en-US" altLang="ko-KR" dirty="0" err="1"/>
              <a:t>defaultValue</a:t>
            </a:r>
            <a:r>
              <a:rPr lang="en-US" altLang="ko-KR" dirty="0"/>
              <a:t>, </a:t>
            </a:r>
            <a:r>
              <a:rPr lang="en-US" altLang="ko-KR" dirty="0" smtClean="0"/>
              <a:t>Dialog-Mode </a:t>
            </a:r>
            <a:r>
              <a:rPr lang="en-US" altLang="ko-KR" dirty="0"/>
              <a:t>mode,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maxLength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ShowTimedDialog</a:t>
            </a:r>
            <a:r>
              <a:rPr lang="en-US" altLang="ko-KR" dirty="0"/>
              <a:t>(string text, </a:t>
            </a:r>
            <a:r>
              <a:rPr lang="en-US" altLang="ko-KR" dirty="0" err="1"/>
              <a:t>DialogMode</a:t>
            </a:r>
            <a:r>
              <a:rPr lang="en-US" altLang="ko-KR" dirty="0"/>
              <a:t> mode, </a:t>
            </a:r>
            <a:r>
              <a:rPr lang="en-US" altLang="ko-KR" dirty="0" err="1"/>
              <a:t>int</a:t>
            </a:r>
            <a:r>
              <a:rPr lang="en-US" altLang="ko-KR" dirty="0"/>
              <a:t> seconds</a:t>
            </a:r>
            <a:r>
              <a:rPr lang="en-US" altLang="ko-KR" dirty="0" smtClean="0"/>
              <a:t>);</a:t>
            </a:r>
          </a:p>
          <a:p>
            <a:r>
              <a:rPr lang="en-US" altLang="ko-KR" b="1" dirty="0"/>
              <a:t>Toolbar Click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ClickToolbarButton</a:t>
            </a:r>
            <a:r>
              <a:rPr lang="en-US" altLang="ko-KR" dirty="0"/>
              <a:t>(string[] </a:t>
            </a:r>
            <a:r>
              <a:rPr lang="en-US" altLang="ko-KR" dirty="0" err="1"/>
              <a:t>buttonPath</a:t>
            </a:r>
            <a:r>
              <a:rPr lang="en-US" altLang="ko-KR" dirty="0" smtClean="0"/>
              <a:t>);</a:t>
            </a:r>
          </a:p>
          <a:p>
            <a:r>
              <a:rPr lang="en-US" altLang="ko-KR" b="1" dirty="0"/>
              <a:t>Image Grid </a:t>
            </a:r>
            <a:r>
              <a:rPr lang="en-US" altLang="ko-KR" b="1" dirty="0" smtClean="0"/>
              <a:t>Method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SetImageGrid</a:t>
            </a:r>
            <a:r>
              <a:rPr lang="en-US" altLang="ko-KR" dirty="0"/>
              <a:t>(Control </a:t>
            </a:r>
            <a:r>
              <a:rPr lang="en-US" altLang="ko-KR" dirty="0" err="1"/>
              <a:t>control</a:t>
            </a:r>
            <a:r>
              <a:rPr lang="en-US" altLang="ko-KR" dirty="0"/>
              <a:t>, string </a:t>
            </a:r>
            <a:r>
              <a:rPr lang="en-US" altLang="ko-KR" dirty="0" err="1"/>
              <a:t>imagePath</a:t>
            </a:r>
            <a:r>
              <a:rPr lang="en-US" altLang="ko-KR" dirty="0" smtClean="0"/>
              <a:t>);</a:t>
            </a:r>
          </a:p>
          <a:p>
            <a:r>
              <a:rPr lang="en-US" altLang="ko-KR" b="1" dirty="0"/>
              <a:t>Tab Class </a:t>
            </a:r>
            <a:r>
              <a:rPr lang="en-US" altLang="ko-KR" b="1" dirty="0" smtClean="0"/>
              <a:t>Method</a:t>
            </a:r>
          </a:p>
          <a:p>
            <a:pPr lvl="1"/>
            <a:r>
              <a:rPr lang="en-US" altLang="ko-KR" dirty="0"/>
              <a:t>public Tab </a:t>
            </a:r>
            <a:r>
              <a:rPr lang="en-US" altLang="ko-KR" dirty="0" err="1"/>
              <a:t>GetTab</a:t>
            </a:r>
            <a:r>
              <a:rPr lang="en-US" altLang="ko-KR" dirty="0"/>
              <a:t>(string name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List&lt;Tab&gt; </a:t>
            </a:r>
            <a:r>
              <a:rPr lang="en-US" altLang="ko-KR" dirty="0" err="1"/>
              <a:t>GetTabs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DockPanel</a:t>
            </a:r>
            <a:r>
              <a:rPr lang="en-US" altLang="ko-KR" dirty="0"/>
              <a:t> </a:t>
            </a:r>
            <a:r>
              <a:rPr lang="en-US" altLang="ko-KR" dirty="0" err="1"/>
              <a:t>GetDockPanel</a:t>
            </a:r>
            <a:r>
              <a:rPr lang="en-US" altLang="ko-KR" dirty="0"/>
              <a:t>(string name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Group </a:t>
            </a:r>
            <a:r>
              <a:rPr lang="en-US" altLang="ko-KR" dirty="0" err="1"/>
              <a:t>GetGroup</a:t>
            </a:r>
            <a:r>
              <a:rPr lang="en-US" altLang="ko-KR" dirty="0"/>
              <a:t>(string name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Show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string Name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Navigator </a:t>
            </a:r>
            <a:r>
              <a:rPr lang="en-US" altLang="ko-KR" dirty="0" err="1"/>
              <a:t>Navigator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List&lt;</a:t>
            </a:r>
            <a:r>
              <a:rPr lang="en-US" altLang="ko-KR" dirty="0" err="1"/>
              <a:t>DockPanel</a:t>
            </a:r>
            <a:r>
              <a:rPr lang="en-US" altLang="ko-KR" dirty="0"/>
              <a:t>&gt; </a:t>
            </a:r>
            <a:r>
              <a:rPr lang="en-US" altLang="ko-KR" dirty="0" err="1" smtClean="0"/>
              <a:t>DockPanels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List&lt;Group&gt; Groups;</a:t>
            </a:r>
            <a:endParaRPr lang="ko-KR" altLang="en-US" dirty="0"/>
          </a:p>
        </p:txBody>
      </p:sp>
      <p:sp>
        <p:nvSpPr>
          <p:cNvPr id="4" name="실행 단추: 돌아가기 3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3072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 err="1"/>
              <a:t>UserInterfaceService</a:t>
            </a:r>
            <a:r>
              <a:rPr lang="en-US" altLang="ko-KR" b="1" i="1" dirty="0"/>
              <a:t> </a:t>
            </a:r>
            <a:r>
              <a:rPr lang="en-US" altLang="ko-KR" b="1" i="1" dirty="0" smtClean="0"/>
              <a:t>Class </a:t>
            </a:r>
            <a:r>
              <a:rPr lang="en-US" altLang="ko-KR" b="1" dirty="0"/>
              <a:t>(Class : 12)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b="1" dirty="0"/>
              <a:t>Navigator </a:t>
            </a:r>
            <a:r>
              <a:rPr lang="en-US" altLang="ko-KR" b="1" dirty="0" smtClean="0"/>
              <a:t>Class</a:t>
            </a:r>
          </a:p>
          <a:p>
            <a:pPr lvl="1"/>
            <a:r>
              <a:rPr lang="en-US" altLang="ko-KR" dirty="0"/>
              <a:t>public void Pin(bool </a:t>
            </a:r>
            <a:r>
              <a:rPr lang="en-US" altLang="ko-KR" dirty="0" err="1"/>
              <a:t>doPin</a:t>
            </a:r>
            <a:r>
              <a:rPr lang="en-US" altLang="ko-KR" dirty="0" smtClean="0"/>
              <a:t>);</a:t>
            </a:r>
          </a:p>
          <a:p>
            <a:r>
              <a:rPr lang="en-US" altLang="ko-KR" b="1" dirty="0" err="1"/>
              <a:t>DockPanel</a:t>
            </a:r>
            <a:r>
              <a:rPr lang="en-US" altLang="ko-KR" b="1" dirty="0"/>
              <a:t> </a:t>
            </a:r>
            <a:r>
              <a:rPr lang="en-US" altLang="ko-KR" b="1" dirty="0" smtClean="0"/>
              <a:t>Class</a:t>
            </a:r>
          </a:p>
          <a:p>
            <a:pPr lvl="1"/>
            <a:r>
              <a:rPr lang="en-US" altLang="ko-KR" dirty="0"/>
              <a:t>public void Pin(bool </a:t>
            </a:r>
            <a:r>
              <a:rPr lang="en-US" altLang="ko-KR" dirty="0" err="1"/>
              <a:t>doPin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string Name</a:t>
            </a:r>
            <a:r>
              <a:rPr lang="en-US" altLang="ko-KR" dirty="0" smtClean="0"/>
              <a:t>;</a:t>
            </a:r>
          </a:p>
          <a:p>
            <a:r>
              <a:rPr lang="en-US" altLang="ko-KR" b="1" dirty="0"/>
              <a:t>Group </a:t>
            </a:r>
            <a:r>
              <a:rPr lang="en-US" altLang="ko-KR" b="1" dirty="0" smtClean="0"/>
              <a:t>Class</a:t>
            </a:r>
          </a:p>
          <a:p>
            <a:pPr lvl="1"/>
            <a:r>
              <a:rPr lang="en-US" altLang="ko-KR" dirty="0"/>
              <a:t>public Container </a:t>
            </a:r>
            <a:r>
              <a:rPr lang="en-US" altLang="ko-KR" dirty="0" err="1"/>
              <a:t>GetContainer</a:t>
            </a:r>
            <a:r>
              <a:rPr lang="en-US" altLang="ko-KR" dirty="0"/>
              <a:t>(string </a:t>
            </a:r>
            <a:r>
              <a:rPr lang="en-US" altLang="ko-KR" dirty="0" err="1"/>
              <a:t>containerName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string Name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List&lt;Container&gt; Containers</a:t>
            </a:r>
            <a:r>
              <a:rPr lang="en-US" altLang="ko-KR" dirty="0" smtClean="0"/>
              <a:t>;</a:t>
            </a:r>
          </a:p>
          <a:p>
            <a:r>
              <a:rPr lang="en-US" altLang="ko-KR" b="1" dirty="0"/>
              <a:t>Container </a:t>
            </a:r>
            <a:r>
              <a:rPr lang="en-US" altLang="ko-KR" b="1" dirty="0" smtClean="0"/>
              <a:t>Class</a:t>
            </a:r>
          </a:p>
          <a:p>
            <a:pPr lvl="1"/>
            <a:r>
              <a:rPr lang="en-US" altLang="ko-KR" dirty="0"/>
              <a:t>public void Show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string Name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List&lt;Control&gt; Controls;</a:t>
            </a:r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695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 err="1"/>
              <a:t>UserInterfaceService</a:t>
            </a:r>
            <a:r>
              <a:rPr lang="en-US" altLang="ko-KR" b="1" i="1" dirty="0"/>
              <a:t> </a:t>
            </a:r>
            <a:r>
              <a:rPr lang="en-US" altLang="ko-KR" b="1" i="1" dirty="0" smtClean="0"/>
              <a:t>Class </a:t>
            </a:r>
            <a:r>
              <a:rPr lang="en-US" altLang="ko-KR" b="1" dirty="0"/>
              <a:t>(Class : 12)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 err="1"/>
              <a:t>ContainerWindow</a:t>
            </a:r>
            <a:r>
              <a:rPr lang="en-US" altLang="ko-KR" b="1" dirty="0"/>
              <a:t> </a:t>
            </a:r>
            <a:r>
              <a:rPr lang="en-US" altLang="ko-KR" b="1" dirty="0" smtClean="0"/>
              <a:t>Class</a:t>
            </a:r>
          </a:p>
          <a:p>
            <a:pPr lvl="1"/>
            <a:r>
              <a:rPr lang="en-US" altLang="ko-KR" dirty="0"/>
              <a:t>public void Show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Close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ToFront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ToBack</a:t>
            </a:r>
            <a:r>
              <a:rPr lang="en-US" altLang="ko-KR" dirty="0" smtClean="0"/>
              <a:t>();</a:t>
            </a:r>
          </a:p>
          <a:p>
            <a:pPr lvl="1"/>
            <a:r>
              <a:rPr lang="en-US" altLang="ko-KR" dirty="0"/>
              <a:t>public string Name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bool Open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List&lt;Control&gt; Controls;</a:t>
            </a:r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5824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 err="1"/>
              <a:t>UserInterfaceService</a:t>
            </a:r>
            <a:r>
              <a:rPr lang="en-US" altLang="ko-KR" b="1" i="1" dirty="0"/>
              <a:t> </a:t>
            </a:r>
            <a:r>
              <a:rPr lang="en-US" altLang="ko-KR" b="1" i="1" dirty="0" smtClean="0"/>
              <a:t>Class </a:t>
            </a:r>
            <a:r>
              <a:rPr lang="en-US" altLang="ko-KR" b="1" dirty="0"/>
              <a:t>(Class : 12)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b="1" dirty="0"/>
              <a:t>Window </a:t>
            </a:r>
            <a:r>
              <a:rPr lang="en-US" altLang="ko-KR" b="1" dirty="0" smtClean="0"/>
              <a:t>Class</a:t>
            </a:r>
          </a:p>
          <a:p>
            <a:pPr lvl="1"/>
            <a:r>
              <a:rPr lang="en-US" altLang="ko-KR" sz="2300" dirty="0"/>
              <a:t>public Window </a:t>
            </a:r>
            <a:r>
              <a:rPr lang="en-US" altLang="ko-KR" sz="2300" dirty="0" err="1"/>
              <a:t>ShowMaskEditor</a:t>
            </a:r>
            <a:r>
              <a:rPr lang="en-US" altLang="ko-KR" sz="2300" dirty="0" smtClean="0"/>
              <a:t>();</a:t>
            </a:r>
          </a:p>
          <a:p>
            <a:pPr lvl="1"/>
            <a:r>
              <a:rPr lang="en-US" altLang="ko-KR" sz="2300" dirty="0"/>
              <a:t>public Window </a:t>
            </a:r>
            <a:r>
              <a:rPr lang="en-US" altLang="ko-KR" sz="2300" dirty="0" err="1"/>
              <a:t>ShowFiducialEditor</a:t>
            </a:r>
            <a:r>
              <a:rPr lang="en-US" altLang="ko-KR" sz="2300" dirty="0" smtClean="0"/>
              <a:t>();</a:t>
            </a:r>
          </a:p>
          <a:p>
            <a:pPr lvl="1"/>
            <a:r>
              <a:rPr lang="en-US" altLang="ko-KR" sz="2300" dirty="0"/>
              <a:t>public void Close</a:t>
            </a:r>
            <a:r>
              <a:rPr lang="en-US" altLang="ko-KR" sz="2300" dirty="0" smtClean="0"/>
              <a:t>();</a:t>
            </a:r>
          </a:p>
          <a:p>
            <a:pPr lvl="1"/>
            <a:r>
              <a:rPr lang="en-US" altLang="ko-KR" sz="2300" dirty="0"/>
              <a:t>public void </a:t>
            </a:r>
            <a:r>
              <a:rPr lang="en-US" altLang="ko-KR" sz="2300" dirty="0" err="1"/>
              <a:t>SaveData</a:t>
            </a:r>
            <a:r>
              <a:rPr lang="en-US" altLang="ko-KR" sz="2300" dirty="0"/>
              <a:t>(string </a:t>
            </a:r>
            <a:r>
              <a:rPr lang="en-US" altLang="ko-KR" sz="2300" dirty="0" err="1"/>
              <a:t>filePath</a:t>
            </a:r>
            <a:r>
              <a:rPr lang="en-US" altLang="ko-KR" sz="2300" dirty="0" smtClean="0"/>
              <a:t>);</a:t>
            </a:r>
          </a:p>
          <a:p>
            <a:pPr lvl="1"/>
            <a:r>
              <a:rPr lang="en-US" altLang="ko-KR" sz="2300" dirty="0"/>
              <a:t>public void </a:t>
            </a:r>
            <a:r>
              <a:rPr lang="en-US" altLang="ko-KR" sz="2300" dirty="0" err="1"/>
              <a:t>SaveImage</a:t>
            </a:r>
            <a:r>
              <a:rPr lang="en-US" altLang="ko-KR" sz="2300" dirty="0"/>
              <a:t>(string </a:t>
            </a:r>
            <a:r>
              <a:rPr lang="en-US" altLang="ko-KR" sz="2300" dirty="0" err="1"/>
              <a:t>filePath</a:t>
            </a:r>
            <a:r>
              <a:rPr lang="en-US" altLang="ko-KR" sz="2300" dirty="0" smtClean="0"/>
              <a:t>);</a:t>
            </a:r>
          </a:p>
          <a:p>
            <a:pPr lvl="1"/>
            <a:r>
              <a:rPr lang="en-US" altLang="ko-KR" sz="2300" dirty="0"/>
              <a:t>public void </a:t>
            </a:r>
            <a:r>
              <a:rPr lang="en-US" altLang="ko-KR" sz="2300" dirty="0" err="1"/>
              <a:t>ToBack</a:t>
            </a:r>
            <a:r>
              <a:rPr lang="en-US" altLang="ko-KR" sz="2300" dirty="0" smtClean="0"/>
              <a:t>();</a:t>
            </a:r>
          </a:p>
          <a:p>
            <a:pPr lvl="1"/>
            <a:r>
              <a:rPr lang="en-US" altLang="ko-KR" sz="2300" dirty="0"/>
              <a:t>public void </a:t>
            </a:r>
            <a:r>
              <a:rPr lang="en-US" altLang="ko-KR" sz="2300" dirty="0" err="1"/>
              <a:t>ToFront</a:t>
            </a:r>
            <a:r>
              <a:rPr lang="en-US" altLang="ko-KR" sz="2300" dirty="0" smtClean="0"/>
              <a:t>();</a:t>
            </a:r>
          </a:p>
          <a:p>
            <a:pPr lvl="1"/>
            <a:r>
              <a:rPr lang="en-US" altLang="ko-KR" sz="2300" dirty="0"/>
              <a:t>public string Name</a:t>
            </a:r>
            <a:r>
              <a:rPr lang="en-US" altLang="ko-KR" sz="2300" dirty="0" smtClean="0"/>
              <a:t>;</a:t>
            </a:r>
          </a:p>
          <a:p>
            <a:pPr lvl="1"/>
            <a:r>
              <a:rPr lang="en-US" altLang="ko-KR" sz="2300" dirty="0"/>
              <a:t>public bool Open</a:t>
            </a:r>
            <a:r>
              <a:rPr lang="en-US" altLang="ko-KR" sz="2300" dirty="0" smtClean="0"/>
              <a:t>;</a:t>
            </a:r>
          </a:p>
          <a:p>
            <a:pPr lvl="1"/>
            <a:r>
              <a:rPr lang="en-US" altLang="ko-KR" sz="2300" dirty="0"/>
              <a:t>public List&lt;Control&gt; Controls</a:t>
            </a:r>
            <a:r>
              <a:rPr lang="en-US" altLang="ko-KR" sz="2300" dirty="0" smtClean="0"/>
              <a:t>;</a:t>
            </a:r>
          </a:p>
          <a:p>
            <a:pPr lvl="1"/>
            <a:r>
              <a:rPr lang="en-US" altLang="ko-KR" sz="2300" dirty="0"/>
              <a:t>public void </a:t>
            </a:r>
            <a:r>
              <a:rPr lang="en-US" altLang="ko-KR" sz="2300" dirty="0" err="1"/>
              <a:t>SetChartLimits</a:t>
            </a:r>
            <a:r>
              <a:rPr lang="en-US" altLang="ko-KR" sz="2300" dirty="0"/>
              <a:t>(string </a:t>
            </a:r>
            <a:r>
              <a:rPr lang="en-US" altLang="ko-KR" sz="2300" dirty="0" err="1"/>
              <a:t>controlId</a:t>
            </a:r>
            <a:r>
              <a:rPr lang="en-US" altLang="ko-KR" sz="2300" dirty="0"/>
              <a:t>, string axis, double low, double high</a:t>
            </a:r>
            <a:r>
              <a:rPr lang="en-US" altLang="ko-KR" sz="2300" dirty="0" smtClean="0"/>
              <a:t>, string </a:t>
            </a:r>
            <a:r>
              <a:rPr lang="en-US" altLang="ko-KR" sz="2300" dirty="0"/>
              <a:t>unit);</a:t>
            </a:r>
          </a:p>
          <a:p>
            <a:pPr lvl="1"/>
            <a:r>
              <a:rPr lang="en-US" altLang="ko-KR" sz="2300" dirty="0"/>
              <a:t>public void </a:t>
            </a:r>
            <a:r>
              <a:rPr lang="en-US" altLang="ko-KR" sz="2300" dirty="0" err="1"/>
              <a:t>SetChartLimits</a:t>
            </a:r>
            <a:r>
              <a:rPr lang="en-US" altLang="ko-KR" sz="2300" dirty="0"/>
              <a:t>(string </a:t>
            </a:r>
            <a:r>
              <a:rPr lang="en-US" altLang="ko-KR" sz="2300" dirty="0" err="1"/>
              <a:t>controlId</a:t>
            </a:r>
            <a:r>
              <a:rPr lang="en-US" altLang="ko-KR" sz="2300" dirty="0"/>
              <a:t>, string axis, double low, double </a:t>
            </a:r>
            <a:r>
              <a:rPr lang="en-US" altLang="ko-KR" sz="2300" dirty="0" smtClean="0"/>
              <a:t>high, string </a:t>
            </a:r>
            <a:r>
              <a:rPr lang="en-US" altLang="ko-KR" sz="2300" dirty="0"/>
              <a:t>unit</a:t>
            </a:r>
            <a:r>
              <a:rPr lang="en-US" altLang="ko-KR" sz="2300" dirty="0" smtClean="0"/>
              <a:t>);</a:t>
            </a:r>
          </a:p>
          <a:p>
            <a:pPr lvl="1"/>
            <a:r>
              <a:rPr lang="en-US" altLang="ko-KR" sz="2300" dirty="0"/>
              <a:t>public void </a:t>
            </a:r>
            <a:r>
              <a:rPr lang="en-US" altLang="ko-KR" sz="2300" dirty="0" err="1"/>
              <a:t>ClearChartLimits</a:t>
            </a:r>
            <a:r>
              <a:rPr lang="en-US" altLang="ko-KR" sz="2300" dirty="0"/>
              <a:t>(string </a:t>
            </a:r>
            <a:r>
              <a:rPr lang="en-US" altLang="ko-KR" sz="2300" dirty="0" err="1"/>
              <a:t>controlId</a:t>
            </a:r>
            <a:r>
              <a:rPr lang="en-US" altLang="ko-KR" sz="2300" dirty="0"/>
              <a:t>, string axis, string limit);</a:t>
            </a:r>
            <a:endParaRPr lang="ko-KR" altLang="en-US" sz="2300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521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 err="1"/>
              <a:t>UserInterfaceService</a:t>
            </a:r>
            <a:r>
              <a:rPr lang="en-US" altLang="ko-KR" b="1" i="1" dirty="0"/>
              <a:t> </a:t>
            </a:r>
            <a:r>
              <a:rPr lang="en-US" altLang="ko-KR" b="1" i="1" dirty="0" smtClean="0"/>
              <a:t>Class </a:t>
            </a:r>
            <a:r>
              <a:rPr lang="en-US" altLang="ko-KR" b="1" dirty="0"/>
              <a:t>(Class : 12)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ko-KR" b="1" dirty="0"/>
              <a:t>Control </a:t>
            </a:r>
            <a:r>
              <a:rPr lang="en-US" altLang="ko-KR" b="1" dirty="0" smtClean="0"/>
              <a:t>Class</a:t>
            </a:r>
          </a:p>
          <a:p>
            <a:pPr lvl="1"/>
            <a:r>
              <a:rPr lang="en-US" altLang="ko-KR" dirty="0"/>
              <a:t>public Control </a:t>
            </a:r>
            <a:r>
              <a:rPr lang="en-US" altLang="ko-KR" dirty="0" err="1"/>
              <a:t>GetControl</a:t>
            </a:r>
            <a:r>
              <a:rPr lang="en-US" altLang="ko-KR" dirty="0"/>
              <a:t>(string[] path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</a:t>
            </a:r>
            <a:r>
              <a:rPr lang="en-US" altLang="ko-KR" dirty="0" smtClean="0"/>
              <a:t>ublic void </a:t>
            </a:r>
            <a:r>
              <a:rPr lang="en-US" altLang="ko-KR" dirty="0" err="1"/>
              <a:t>SaveData</a:t>
            </a:r>
            <a:r>
              <a:rPr lang="en-US" altLang="ko-KR" dirty="0"/>
              <a:t>(string </a:t>
            </a:r>
            <a:r>
              <a:rPr lang="en-US" altLang="ko-KR" dirty="0" err="1"/>
              <a:t>filePath</a:t>
            </a:r>
            <a:r>
              <a:rPr lang="en-US" altLang="ko-KR" dirty="0"/>
              <a:t>, </a:t>
            </a:r>
            <a:r>
              <a:rPr lang="en-US" altLang="ko-KR" dirty="0" err="1"/>
              <a:t>ISaveDataParameters</a:t>
            </a:r>
            <a:r>
              <a:rPr lang="en-US" altLang="ko-KR" dirty="0"/>
              <a:t> </a:t>
            </a:r>
            <a:r>
              <a:rPr lang="en-US" altLang="ko-KR" dirty="0" err="1"/>
              <a:t>saveDataParameters</a:t>
            </a:r>
            <a:r>
              <a:rPr lang="en-US" altLang="ko-KR" dirty="0"/>
              <a:t> = null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SaveImage</a:t>
            </a:r>
            <a:r>
              <a:rPr lang="en-US" altLang="ko-KR" dirty="0"/>
              <a:t>(string </a:t>
            </a:r>
            <a:r>
              <a:rPr lang="en-US" altLang="ko-KR" dirty="0" err="1"/>
              <a:t>filePath</a:t>
            </a:r>
            <a:r>
              <a:rPr lang="en-US" altLang="ko-KR" dirty="0" smtClean="0"/>
              <a:t>);</a:t>
            </a:r>
          </a:p>
          <a:p>
            <a:pPr lvl="1"/>
            <a:r>
              <a:rPr lang="en-US" altLang="ko-KR" dirty="0"/>
              <a:t>public string Name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List&lt;Control&gt; Controls</a:t>
            </a:r>
            <a:r>
              <a:rPr lang="en-US" altLang="ko-KR" dirty="0" smtClean="0"/>
              <a:t>;</a:t>
            </a:r>
          </a:p>
          <a:p>
            <a:r>
              <a:rPr lang="en-US" altLang="ko-KR" b="1" dirty="0"/>
              <a:t>Saving Control </a:t>
            </a:r>
            <a:r>
              <a:rPr lang="en-US" altLang="ko-KR" b="1" dirty="0" smtClean="0"/>
              <a:t>Data</a:t>
            </a:r>
          </a:p>
          <a:p>
            <a:pPr lvl="1"/>
            <a:r>
              <a:rPr lang="en-US" altLang="ko-KR" dirty="0"/>
              <a:t>public bool </a:t>
            </a:r>
            <a:r>
              <a:rPr lang="en-US" altLang="ko-KR" dirty="0" err="1"/>
              <a:t>SimpleMode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bool </a:t>
            </a:r>
            <a:r>
              <a:rPr lang="en-US" altLang="ko-KR" dirty="0" err="1"/>
              <a:t>StandardFormat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CodeVTitle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CodeVType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CodeVComment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SdfManufacturer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DateTime</a:t>
            </a:r>
            <a:r>
              <a:rPr lang="en-US" altLang="ko-KR" dirty="0"/>
              <a:t> </a:t>
            </a:r>
            <a:r>
              <a:rPr lang="en-US" altLang="ko-KR" dirty="0" err="1"/>
              <a:t>SdfCreateDate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</a:t>
            </a:r>
            <a:r>
              <a:rPr lang="en-US" altLang="ko-KR" dirty="0" err="1"/>
              <a:t>DateTime</a:t>
            </a:r>
            <a:r>
              <a:rPr lang="en-US" altLang="ko-KR" dirty="0"/>
              <a:t> </a:t>
            </a:r>
            <a:r>
              <a:rPr lang="en-US" altLang="ko-KR" dirty="0" err="1"/>
              <a:t>SdfModificationDate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double </a:t>
            </a:r>
            <a:r>
              <a:rPr lang="en-US" altLang="ko-KR" dirty="0" err="1"/>
              <a:t>SdfWavelength</a:t>
            </a:r>
            <a:r>
              <a:rPr lang="en-US" altLang="ko-KR" dirty="0" smtClean="0"/>
              <a:t>;</a:t>
            </a:r>
          </a:p>
          <a:p>
            <a:pPr lvl="1"/>
            <a:r>
              <a:rPr lang="en-US" altLang="ko-KR" dirty="0"/>
              <a:t>public string </a:t>
            </a:r>
            <a:r>
              <a:rPr lang="en-US" altLang="ko-KR" dirty="0" err="1"/>
              <a:t>SdfDataType</a:t>
            </a:r>
            <a:r>
              <a:rPr lang="en-US" altLang="ko-KR" dirty="0"/>
              <a:t>;</a:t>
            </a:r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5629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 err="1"/>
              <a:t>UserInterfaceService</a:t>
            </a:r>
            <a:r>
              <a:rPr lang="en-US" altLang="ko-KR" b="1" i="1" dirty="0"/>
              <a:t> </a:t>
            </a:r>
            <a:r>
              <a:rPr lang="en-US" altLang="ko-KR" b="1" i="1" dirty="0" smtClean="0"/>
              <a:t>Class </a:t>
            </a:r>
            <a:r>
              <a:rPr lang="en-US" altLang="ko-KR" b="1" dirty="0"/>
              <a:t>(Class : 12)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Print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sz="1800" dirty="0"/>
              <a:t>public void </a:t>
            </a:r>
            <a:r>
              <a:rPr lang="en-US" altLang="ko-KR" sz="1800" dirty="0" err="1"/>
              <a:t>PrintMainWindow</a:t>
            </a:r>
            <a:r>
              <a:rPr lang="en-US" altLang="ko-KR" sz="1800" dirty="0"/>
              <a:t>(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en-US" altLang="ko-KR" sz="1800" dirty="0" err="1"/>
              <a:t>typeOfPrint</a:t>
            </a:r>
            <a:r>
              <a:rPr lang="en-US" altLang="ko-KR" sz="1800" dirty="0"/>
              <a:t>, string path</a:t>
            </a:r>
            <a:r>
              <a:rPr lang="en-US" altLang="ko-KR" sz="1800" dirty="0" smtClean="0"/>
              <a:t>);</a:t>
            </a:r>
          </a:p>
          <a:p>
            <a:r>
              <a:rPr lang="en-US" altLang="ko-KR" b="1" dirty="0"/>
              <a:t>Plot </a:t>
            </a:r>
            <a:r>
              <a:rPr lang="en-US" altLang="ko-KR" b="1" dirty="0" smtClean="0"/>
              <a:t>Methods</a:t>
            </a:r>
          </a:p>
          <a:p>
            <a:pPr lvl="1"/>
            <a:r>
              <a:rPr lang="en-US" altLang="ko-KR" sz="1800" dirty="0"/>
              <a:t>public void </a:t>
            </a:r>
            <a:r>
              <a:rPr lang="en-US" altLang="ko-KR" sz="1800" dirty="0" err="1"/>
              <a:t>SetPlotPaletteScale</a:t>
            </a:r>
            <a:r>
              <a:rPr lang="en-US" altLang="ko-KR" sz="1800" dirty="0"/>
              <a:t>(string </a:t>
            </a:r>
            <a:r>
              <a:rPr lang="en-US" altLang="ko-KR" sz="1800" dirty="0" err="1"/>
              <a:t>controlId</a:t>
            </a:r>
            <a:r>
              <a:rPr lang="en-US" altLang="ko-KR" sz="1800" dirty="0"/>
              <a:t>, string </a:t>
            </a:r>
            <a:r>
              <a:rPr lang="en-US" altLang="ko-KR" sz="1800" dirty="0" err="1"/>
              <a:t>scaleMode</a:t>
            </a:r>
            <a:r>
              <a:rPr lang="en-US" altLang="ko-KR" sz="1800" dirty="0"/>
              <a:t>, double peak</a:t>
            </a:r>
            <a:r>
              <a:rPr lang="en-US" altLang="ko-KR" sz="1800" dirty="0" smtClean="0"/>
              <a:t>, double </a:t>
            </a:r>
            <a:r>
              <a:rPr lang="en-US" altLang="ko-KR" sz="1800" dirty="0"/>
              <a:t>valley, string unit);</a:t>
            </a:r>
          </a:p>
          <a:p>
            <a:pPr lvl="1"/>
            <a:r>
              <a:rPr lang="en-US" altLang="ko-KR" sz="1800" dirty="0"/>
              <a:t>public void </a:t>
            </a:r>
            <a:r>
              <a:rPr lang="en-US" altLang="ko-KR" sz="1800" dirty="0" err="1"/>
              <a:t>SetPlotPaletteScale</a:t>
            </a:r>
            <a:r>
              <a:rPr lang="en-US" altLang="ko-KR" sz="1800" dirty="0"/>
              <a:t>(string </a:t>
            </a:r>
            <a:r>
              <a:rPr lang="en-US" altLang="ko-KR" sz="1800" dirty="0" err="1"/>
              <a:t>controlId</a:t>
            </a:r>
            <a:r>
              <a:rPr lang="en-US" altLang="ko-KR" sz="1800" dirty="0"/>
              <a:t>, string </a:t>
            </a:r>
            <a:r>
              <a:rPr lang="en-US" altLang="ko-KR" sz="1800" dirty="0" err="1"/>
              <a:t>scaleMode</a:t>
            </a:r>
            <a:r>
              <a:rPr lang="en-US" altLang="ko-KR" sz="1800" dirty="0"/>
              <a:t>, double </a:t>
            </a:r>
            <a:r>
              <a:rPr lang="en-US" altLang="ko-KR" sz="1800" dirty="0" smtClean="0"/>
              <a:t>peak, double </a:t>
            </a:r>
            <a:r>
              <a:rPr lang="en-US" altLang="ko-KR" sz="1800" dirty="0"/>
              <a:t>valley, string unit</a:t>
            </a:r>
            <a:r>
              <a:rPr lang="en-US" altLang="ko-KR" sz="1800" dirty="0" smtClean="0"/>
              <a:t>);</a:t>
            </a:r>
            <a:endParaRPr lang="en-US" altLang="ko-KR" sz="1800" dirty="0"/>
          </a:p>
          <a:p>
            <a:pPr lvl="1"/>
            <a:r>
              <a:rPr lang="en-US" altLang="ko-KR" sz="1800" dirty="0"/>
              <a:t>public void </a:t>
            </a:r>
            <a:r>
              <a:rPr lang="en-US" altLang="ko-KR" sz="1800" dirty="0" err="1"/>
              <a:t>SetPlotPalette</a:t>
            </a:r>
            <a:r>
              <a:rPr lang="en-US" altLang="ko-KR" sz="1800" dirty="0"/>
              <a:t>(string </a:t>
            </a:r>
            <a:r>
              <a:rPr lang="en-US" altLang="ko-KR" sz="1800" dirty="0" err="1"/>
              <a:t>controlId</a:t>
            </a:r>
            <a:r>
              <a:rPr lang="en-US" altLang="ko-KR" sz="1800" dirty="0"/>
              <a:t>, string </a:t>
            </a:r>
            <a:r>
              <a:rPr lang="en-US" altLang="ko-KR" sz="1800" dirty="0" err="1"/>
              <a:t>paletteName</a:t>
            </a:r>
            <a:r>
              <a:rPr lang="en-US" altLang="ko-KR" sz="1800" dirty="0" smtClean="0"/>
              <a:t>);</a:t>
            </a:r>
          </a:p>
          <a:p>
            <a:r>
              <a:rPr lang="en-US" altLang="ko-KR" b="1" dirty="0"/>
              <a:t>Sequence </a:t>
            </a:r>
            <a:r>
              <a:rPr lang="en-US" altLang="ko-KR" b="1" dirty="0" smtClean="0"/>
              <a:t>Method</a:t>
            </a:r>
          </a:p>
          <a:p>
            <a:pPr lvl="1"/>
            <a:r>
              <a:rPr lang="en-US" altLang="ko-KR" sz="1800" dirty="0"/>
              <a:t>public void </a:t>
            </a:r>
            <a:r>
              <a:rPr lang="en-US" altLang="ko-KR" sz="1800" dirty="0" err="1"/>
              <a:t>SetSequenceStepState</a:t>
            </a:r>
            <a:r>
              <a:rPr lang="en-US" altLang="ko-KR" sz="1800" dirty="0"/>
              <a:t>(string </a:t>
            </a:r>
            <a:r>
              <a:rPr lang="en-US" altLang="ko-KR" sz="1800" dirty="0" err="1"/>
              <a:t>sequenceId</a:t>
            </a:r>
            <a:r>
              <a:rPr lang="en-US" altLang="ko-KR" sz="1800" dirty="0"/>
              <a:t>, string </a:t>
            </a:r>
            <a:r>
              <a:rPr lang="en-US" altLang="ko-KR" sz="1800" dirty="0" err="1"/>
              <a:t>sequenceStepDesc</a:t>
            </a:r>
            <a:r>
              <a:rPr lang="en-US" altLang="ko-KR" sz="1800" dirty="0"/>
              <a:t>, </a:t>
            </a:r>
            <a:r>
              <a:rPr lang="en-US" altLang="ko-KR" sz="1800" dirty="0" smtClean="0"/>
              <a:t>bool </a:t>
            </a:r>
            <a:r>
              <a:rPr lang="en-US" altLang="ko-KR" sz="1800" dirty="0" err="1" smtClean="0"/>
              <a:t>onOff</a:t>
            </a:r>
            <a:r>
              <a:rPr lang="en-US" altLang="ko-KR" sz="1800" dirty="0"/>
              <a:t>);</a:t>
            </a:r>
            <a:endParaRPr lang="ko-KR" altLang="en-US" sz="1800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47987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i="1" dirty="0" err="1" smtClean="0"/>
              <a:t>UserFunctionService</a:t>
            </a:r>
            <a:r>
              <a:rPr lang="en-US" altLang="ko-KR" b="1" i="1" dirty="0" smtClean="0"/>
              <a:t> Class </a:t>
            </a:r>
            <a:r>
              <a:rPr lang="en-US" altLang="ko-KR" b="1" dirty="0"/>
              <a:t>(Class : 12)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 smtClean="0"/>
              <a:t>Spare …</a:t>
            </a:r>
            <a:endParaRPr lang="en-US" altLang="ko-KR" b="1" dirty="0"/>
          </a:p>
          <a:p>
            <a:endParaRPr lang="ko-KR" altLang="en-US" dirty="0"/>
          </a:p>
        </p:txBody>
      </p:sp>
      <p:sp>
        <p:nvSpPr>
          <p:cNvPr id="5" name="실행 단추: 돌아가기 4">
            <a:hlinkClick r:id="rId2" action="ppaction://hlinksldjump" highlightClick="1"/>
          </p:cNvPr>
          <p:cNvSpPr/>
          <p:nvPr/>
        </p:nvSpPr>
        <p:spPr>
          <a:xfrm>
            <a:off x="10310192" y="5272502"/>
            <a:ext cx="1043608" cy="904461"/>
          </a:xfrm>
          <a:prstGeom prst="actionButtonReturn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294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65480" y="1112203"/>
            <a:ext cx="10861040" cy="2387600"/>
          </a:xfrm>
        </p:spPr>
        <p:txBody>
          <a:bodyPr/>
          <a:lstStyle/>
          <a:p>
            <a:r>
              <a:rPr lang="en-US" altLang="ko-KR" dirty="0" err="1" smtClean="0"/>
              <a:t>Zygo</a:t>
            </a:r>
            <a:r>
              <a:rPr lang="ko-KR" altLang="en-US" dirty="0" smtClean="0"/>
              <a:t>제어를 위한 </a:t>
            </a:r>
            <a:r>
              <a:rPr lang="en-US" altLang="ko-KR" dirty="0" smtClean="0"/>
              <a:t> Packet</a:t>
            </a:r>
            <a:r>
              <a:rPr lang="ko-KR" altLang="en-US" dirty="0" smtClean="0"/>
              <a:t>설계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2026.01.13</a:t>
            </a:r>
          </a:p>
          <a:p>
            <a:endParaRPr lang="en-US" altLang="ko-KR" dirty="0"/>
          </a:p>
          <a:p>
            <a:r>
              <a:rPr lang="ko-KR" altLang="en-US" dirty="0" smtClean="0"/>
              <a:t>신  용  대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1072438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기존에 사용된 </a:t>
            </a:r>
            <a:r>
              <a:rPr lang="en-US" altLang="ko-KR" dirty="0" smtClean="0"/>
              <a:t>Packet </a:t>
            </a:r>
            <a:r>
              <a:rPr lang="ko-KR" altLang="en-US" dirty="0" smtClean="0"/>
              <a:t>구조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117600" y="3006725"/>
            <a:ext cx="571500" cy="14382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 smtClean="0">
                <a:solidFill>
                  <a:schemeClr val="tx1"/>
                </a:solidFill>
              </a:rPr>
              <a:t>1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689100" y="3006725"/>
            <a:ext cx="9245600" cy="14382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 smtClean="0">
                <a:solidFill>
                  <a:schemeClr val="tx1"/>
                </a:solidFill>
              </a:rPr>
              <a:t>Header</a:t>
            </a:r>
            <a:r>
              <a:rPr lang="ko-KR" altLang="en-US" sz="3200" dirty="0" smtClean="0">
                <a:solidFill>
                  <a:schemeClr val="tx1"/>
                </a:solidFill>
              </a:rPr>
              <a:t>의 값에 따라 정해진 데이터 구조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964768" y="444500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[byte]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11937" y="2637393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000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Header[1]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3486150" y="2637393"/>
            <a:ext cx="1866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 smtClean="0">
                <a:solidFill>
                  <a:srgbClr val="000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packetData</a:t>
            </a:r>
            <a:r>
              <a:rPr lang="en-US" altLang="ko-KR" dirty="0" smtClean="0">
                <a:solidFill>
                  <a:srgbClr val="000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[?]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01515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기존에 사용된 </a:t>
            </a:r>
            <a:r>
              <a:rPr lang="en-US" altLang="ko-KR" dirty="0" err="1" smtClean="0">
                <a:solidFill>
                  <a:srgbClr val="000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packetData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Header </a:t>
            </a:r>
            <a:r>
              <a:rPr lang="ko-KR" altLang="en-US" dirty="0" smtClean="0"/>
              <a:t>의 값에 따라 변경</a:t>
            </a:r>
            <a:endParaRPr lang="en-US" altLang="ko-KR" dirty="0" smtClean="0"/>
          </a:p>
          <a:p>
            <a:pPr lvl="1"/>
            <a:r>
              <a:rPr lang="en-US" altLang="ko-KR" dirty="0"/>
              <a:t>case 0</a:t>
            </a:r>
            <a:r>
              <a:rPr lang="en-US" altLang="ko-KR" dirty="0" smtClean="0"/>
              <a:t>:</a:t>
            </a:r>
            <a:r>
              <a:rPr lang="en-US" altLang="ko-KR" dirty="0"/>
              <a:t>//</a:t>
            </a:r>
            <a:r>
              <a:rPr lang="ko-KR" altLang="en-US" dirty="0"/>
              <a:t>분류 </a:t>
            </a:r>
            <a:r>
              <a:rPr lang="en-US" altLang="ko-KR" dirty="0"/>
              <a:t>0(Turret Setting)</a:t>
            </a:r>
            <a:endParaRPr lang="en-US" altLang="ko-KR" dirty="0" smtClean="0"/>
          </a:p>
          <a:p>
            <a:pPr lvl="1"/>
            <a:r>
              <a:rPr lang="en-US" altLang="ko-KR" dirty="0"/>
              <a:t>case 1</a:t>
            </a:r>
            <a:r>
              <a:rPr lang="en-US" altLang="ko-KR" dirty="0" smtClean="0"/>
              <a:t>:</a:t>
            </a:r>
            <a:r>
              <a:rPr lang="en-US" altLang="ko-KR" dirty="0"/>
              <a:t>//</a:t>
            </a:r>
            <a:r>
              <a:rPr lang="ko-KR" altLang="en-US" dirty="0"/>
              <a:t>분류 </a:t>
            </a:r>
            <a:r>
              <a:rPr lang="en-US" altLang="ko-KR" dirty="0"/>
              <a:t>1(Zoom Lens Setting)</a:t>
            </a:r>
            <a:endParaRPr lang="en-US" altLang="ko-KR" dirty="0" smtClean="0"/>
          </a:p>
          <a:p>
            <a:pPr lvl="1"/>
            <a:r>
              <a:rPr lang="en-US" altLang="ko-KR" dirty="0"/>
              <a:t>case 2</a:t>
            </a:r>
            <a:r>
              <a:rPr lang="en-US" altLang="ko-KR" dirty="0" smtClean="0"/>
              <a:t>:</a:t>
            </a:r>
            <a:r>
              <a:rPr lang="en-US" altLang="ko-KR" dirty="0"/>
              <a:t>//</a:t>
            </a:r>
            <a:r>
              <a:rPr lang="ko-KR" altLang="en-US" dirty="0"/>
              <a:t>분류 </a:t>
            </a:r>
            <a:r>
              <a:rPr lang="en-US" altLang="ko-KR" dirty="0"/>
              <a:t>2(Light Setting)</a:t>
            </a:r>
            <a:endParaRPr lang="en-US" altLang="ko-KR" dirty="0" smtClean="0"/>
          </a:p>
          <a:p>
            <a:pPr lvl="1"/>
            <a:r>
              <a:rPr lang="en-US" altLang="ko-KR" dirty="0"/>
              <a:t>case 3</a:t>
            </a:r>
            <a:r>
              <a:rPr lang="en-US" altLang="ko-KR" dirty="0" smtClean="0"/>
              <a:t>:</a:t>
            </a:r>
            <a:r>
              <a:rPr lang="en-US" altLang="ko-KR" dirty="0"/>
              <a:t>//</a:t>
            </a:r>
            <a:r>
              <a:rPr lang="ko-KR" altLang="en-US" dirty="0"/>
              <a:t>분류 </a:t>
            </a:r>
            <a:r>
              <a:rPr lang="en-US" altLang="ko-KR" dirty="0"/>
              <a:t>3(Motion)</a:t>
            </a:r>
            <a:endParaRPr lang="en-US" altLang="ko-KR" dirty="0" smtClean="0"/>
          </a:p>
          <a:p>
            <a:pPr lvl="1"/>
            <a:r>
              <a:rPr lang="en-US" altLang="ko-KR" dirty="0"/>
              <a:t>case 4</a:t>
            </a:r>
            <a:r>
              <a:rPr lang="en-US" altLang="ko-KR" dirty="0" smtClean="0"/>
              <a:t>:</a:t>
            </a:r>
            <a:r>
              <a:rPr lang="en-US" altLang="ko-KR" dirty="0"/>
              <a:t>//</a:t>
            </a:r>
            <a:r>
              <a:rPr lang="ko-KR" altLang="en-US" dirty="0"/>
              <a:t>분류 </a:t>
            </a:r>
            <a:r>
              <a:rPr lang="en-US" altLang="ko-KR" dirty="0"/>
              <a:t>4(User I/F)</a:t>
            </a:r>
            <a:endParaRPr lang="en-US" altLang="ko-KR" dirty="0" smtClean="0"/>
          </a:p>
          <a:p>
            <a:pPr lvl="1"/>
            <a:r>
              <a:rPr lang="en-US" altLang="ko-KR" dirty="0"/>
              <a:t>case 5</a:t>
            </a:r>
            <a:r>
              <a:rPr lang="en-US" altLang="ko-KR" dirty="0" smtClean="0"/>
              <a:t>:</a:t>
            </a:r>
            <a:r>
              <a:rPr lang="en-US" altLang="ko-KR" dirty="0"/>
              <a:t>//</a:t>
            </a:r>
            <a:r>
              <a:rPr lang="ko-KR" altLang="en-US" dirty="0"/>
              <a:t>분류 </a:t>
            </a:r>
            <a:r>
              <a:rPr lang="en-US" altLang="ko-KR" dirty="0"/>
              <a:t>5(Measure)</a:t>
            </a:r>
            <a:endParaRPr lang="en-US" altLang="ko-KR" dirty="0" smtClean="0"/>
          </a:p>
          <a:p>
            <a:pPr lvl="1"/>
            <a:r>
              <a:rPr lang="en-US" altLang="ko-KR" dirty="0"/>
              <a:t>case 6</a:t>
            </a:r>
            <a:r>
              <a:rPr lang="en-US" altLang="ko-KR" dirty="0" smtClean="0"/>
              <a:t>://</a:t>
            </a:r>
            <a:r>
              <a:rPr lang="ko-KR" altLang="en-US" dirty="0" smtClean="0"/>
              <a:t>분류 </a:t>
            </a:r>
            <a:r>
              <a:rPr lang="en-US" altLang="ko-KR" dirty="0" smtClean="0"/>
              <a:t>6(Server </a:t>
            </a:r>
            <a:r>
              <a:rPr lang="en-US" altLang="ko-KR" dirty="0"/>
              <a:t>Connect </a:t>
            </a:r>
            <a:r>
              <a:rPr lang="en-US" altLang="ko-KR" dirty="0" smtClean="0"/>
              <a:t>Check)</a:t>
            </a:r>
          </a:p>
          <a:p>
            <a:pPr lvl="1"/>
            <a:r>
              <a:rPr lang="en-US" altLang="ko-KR" dirty="0"/>
              <a:t>case 7</a:t>
            </a:r>
            <a:r>
              <a:rPr lang="en-US" altLang="ko-KR" dirty="0" smtClean="0"/>
              <a:t>://</a:t>
            </a:r>
            <a:r>
              <a:rPr lang="ko-KR" altLang="en-US" dirty="0" smtClean="0"/>
              <a:t>분류 </a:t>
            </a:r>
            <a:r>
              <a:rPr lang="en-US" altLang="ko-KR" dirty="0" smtClean="0"/>
              <a:t>7(AF)</a:t>
            </a:r>
          </a:p>
          <a:p>
            <a:pPr lvl="1"/>
            <a:r>
              <a:rPr lang="en-US" altLang="ko-KR" dirty="0"/>
              <a:t>case 8</a:t>
            </a:r>
            <a:r>
              <a:rPr lang="en-US" altLang="ko-KR" dirty="0" smtClean="0"/>
              <a:t>://</a:t>
            </a:r>
            <a:r>
              <a:rPr lang="ko-KR" altLang="en-US" dirty="0" smtClean="0"/>
              <a:t>분류 </a:t>
            </a:r>
            <a:r>
              <a:rPr lang="en-US" altLang="ko-KR" dirty="0" smtClean="0"/>
              <a:t>8(</a:t>
            </a:r>
            <a:r>
              <a:rPr lang="en-US" altLang="ko-KR" dirty="0" err="1" smtClean="0"/>
              <a:t>ZStopIgnoreMove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97190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case 0://</a:t>
            </a:r>
            <a:r>
              <a:rPr lang="ko-KR" altLang="en-US" dirty="0" smtClean="0"/>
              <a:t>분류 </a:t>
            </a:r>
            <a:r>
              <a:rPr lang="en-US" altLang="ko-KR" dirty="0" smtClean="0"/>
              <a:t>0(Turret Setting)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70C0"/>
                </a:solidFill>
              </a:rPr>
              <a:t>ServerDataType0</a:t>
            </a:r>
            <a:r>
              <a:rPr lang="en-US" altLang="ko-KR" dirty="0"/>
              <a:t> = GetPacket</a:t>
            </a:r>
            <a:r>
              <a:rPr lang="en-US" altLang="ko-KR" dirty="0">
                <a:solidFill>
                  <a:srgbClr val="0070C0"/>
                </a:solidFill>
              </a:rPr>
              <a:t>UInt16</a:t>
            </a:r>
            <a:r>
              <a:rPr lang="en-US" altLang="ko-KR" dirty="0"/>
              <a:t>(</a:t>
            </a:r>
            <a:r>
              <a:rPr lang="en-US" altLang="ko-KR" dirty="0" err="1"/>
              <a:t>packetData</a:t>
            </a:r>
            <a:r>
              <a:rPr lang="en-US" altLang="ko-KR" dirty="0" smtClean="0"/>
              <a:t>);</a:t>
            </a:r>
          </a:p>
          <a:p>
            <a:r>
              <a:rPr lang="en-US" altLang="ko-KR" dirty="0"/>
              <a:t> </a:t>
            </a:r>
            <a:r>
              <a:rPr lang="en-US" altLang="ko-KR" dirty="0" err="1">
                <a:solidFill>
                  <a:srgbClr val="00B050"/>
                </a:solidFill>
              </a:rPr>
              <a:t>Zygo_TurretMove</a:t>
            </a:r>
            <a:r>
              <a:rPr lang="en-US" altLang="ko-KR" dirty="0"/>
              <a:t>((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)</a:t>
            </a:r>
            <a:r>
              <a:rPr lang="en-US" altLang="ko-KR" dirty="0" smtClean="0">
                <a:solidFill>
                  <a:srgbClr val="0070C0"/>
                </a:solidFill>
              </a:rPr>
              <a:t>ServerDataType0</a:t>
            </a:r>
            <a:r>
              <a:rPr lang="en-US" altLang="ko-KR" dirty="0" smtClean="0"/>
              <a:t> </a:t>
            </a:r>
            <a:r>
              <a:rPr lang="en-US" altLang="ko-KR" dirty="0"/>
              <a:t>+ 1</a:t>
            </a:r>
            <a:r>
              <a:rPr lang="en-US" altLang="ko-KR" dirty="0" smtClean="0"/>
              <a:t>);</a:t>
            </a:r>
          </a:p>
          <a:p>
            <a:r>
              <a:rPr lang="en-US" altLang="ko-K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SendArray</a:t>
            </a:r>
            <a:r>
              <a:rPr lang="en-US" altLang="ko-KR" dirty="0"/>
              <a:t> = </a:t>
            </a:r>
            <a:r>
              <a:rPr lang="en-US" altLang="ko-KR" sz="1800" dirty="0"/>
              <a:t>new byte[</a:t>
            </a:r>
            <a:r>
              <a:rPr lang="en-US" altLang="ko-KR" sz="1800" dirty="0" err="1"/>
              <a:t>array.</a:t>
            </a:r>
            <a:r>
              <a:rPr lang="en-US" altLang="ko-KR" sz="1800" i="1" dirty="0" err="1"/>
              <a:t>Length</a:t>
            </a:r>
            <a:r>
              <a:rPr lang="en-US" altLang="ko-KR" sz="1800" dirty="0"/>
              <a:t> + </a:t>
            </a:r>
            <a:r>
              <a:rPr lang="en-US" altLang="ko-KR" sz="1800" dirty="0" err="1"/>
              <a:t>arrayCheckTurret.</a:t>
            </a:r>
            <a:r>
              <a:rPr lang="en-US" altLang="ko-KR" sz="1800" i="1" dirty="0" err="1"/>
              <a:t>Length</a:t>
            </a:r>
            <a:r>
              <a:rPr lang="en-US" altLang="ko-KR" sz="1800" dirty="0"/>
              <a:t> + </a:t>
            </a:r>
            <a:r>
              <a:rPr lang="en-US" altLang="ko-KR" sz="1800" dirty="0" err="1"/>
              <a:t>arrayLightDN.</a:t>
            </a:r>
            <a:r>
              <a:rPr lang="en-US" altLang="ko-KR" sz="1800" i="1" dirty="0" err="1"/>
              <a:t>Length</a:t>
            </a:r>
            <a:r>
              <a:rPr lang="en-US" altLang="ko-KR" sz="1800" dirty="0" smtClean="0"/>
              <a:t>];</a:t>
            </a:r>
          </a:p>
          <a:p>
            <a:r>
              <a:rPr lang="en-US" altLang="ko-KR" dirty="0"/>
              <a:t>Send(</a:t>
            </a:r>
            <a:r>
              <a:rPr lang="en-US" altLang="ko-K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SendArray</a:t>
            </a:r>
            <a:r>
              <a:rPr lang="en-US" altLang="ko-KR" dirty="0" smtClean="0"/>
              <a:t>);</a:t>
            </a:r>
          </a:p>
          <a:p>
            <a:endParaRPr lang="en-US" altLang="ko-KR" dirty="0"/>
          </a:p>
          <a:p>
            <a:r>
              <a:rPr lang="en-US" altLang="ko-KR" sz="2000" dirty="0" err="1" smtClean="0"/>
              <a:t>m_Client.</a:t>
            </a:r>
            <a:r>
              <a:rPr lang="en-US" altLang="ko-KR" sz="2000" dirty="0" err="1" smtClean="0">
                <a:solidFill>
                  <a:srgbClr val="00B050"/>
                </a:solidFill>
              </a:rPr>
              <a:t>Zygo_TurretMove</a:t>
            </a:r>
            <a:r>
              <a:rPr lang="en-US" altLang="ko-KR" sz="2000" dirty="0" smtClean="0"/>
              <a:t> </a:t>
            </a:r>
            <a:r>
              <a:rPr lang="en-US" altLang="ko-KR" sz="2000" dirty="0"/>
              <a:t>+= new </a:t>
            </a:r>
            <a:r>
              <a:rPr lang="en-US" altLang="ko-KR" sz="2000" dirty="0" err="1"/>
              <a:t>Zygo_TurretAPI</a:t>
            </a:r>
            <a:r>
              <a:rPr lang="en-US" altLang="ko-KR" sz="2000" dirty="0"/>
              <a:t>(</a:t>
            </a:r>
            <a:r>
              <a:rPr lang="en-US" altLang="ko-KR" sz="2000" dirty="0" err="1"/>
              <a:t>m_ZygoCtrl.</a:t>
            </a:r>
            <a:r>
              <a:rPr lang="en-US" altLang="ko-KR" sz="2000" dirty="0" err="1">
                <a:solidFill>
                  <a:srgbClr val="C00000"/>
                </a:solidFill>
              </a:rPr>
              <a:t>SetTurret</a:t>
            </a:r>
            <a:r>
              <a:rPr lang="en-US" altLang="ko-KR" sz="2000" dirty="0" smtClean="0"/>
              <a:t>);</a:t>
            </a:r>
          </a:p>
          <a:p>
            <a:r>
              <a:rPr lang="en-US" altLang="ko-KR" sz="2000" dirty="0"/>
              <a:t>public class </a:t>
            </a:r>
            <a:r>
              <a:rPr lang="en-US" altLang="ko-KR" sz="2000" dirty="0" err="1" smtClean="0"/>
              <a:t>ZygoInterface</a:t>
            </a:r>
            <a:endParaRPr lang="en-US" altLang="ko-KR" sz="2000" dirty="0" smtClean="0"/>
          </a:p>
          <a:p>
            <a:pPr lvl="1"/>
            <a:r>
              <a:rPr lang="en-US" altLang="ko-KR" sz="2000" dirty="0"/>
              <a:t>public void </a:t>
            </a:r>
            <a:r>
              <a:rPr lang="en-US" altLang="ko-KR" sz="2000" b="1" dirty="0" err="1">
                <a:solidFill>
                  <a:srgbClr val="C00000"/>
                </a:solidFill>
              </a:rPr>
              <a:t>SetTurret</a:t>
            </a:r>
            <a:r>
              <a:rPr lang="en-US" altLang="ko-KR" sz="2000" dirty="0"/>
              <a:t>(</a:t>
            </a:r>
            <a:r>
              <a:rPr lang="en-US" altLang="ko-KR" sz="2000" dirty="0" err="1"/>
              <a:t>int</a:t>
            </a:r>
            <a:r>
              <a:rPr lang="en-US" altLang="ko-KR" sz="2000" dirty="0"/>
              <a:t> position</a:t>
            </a:r>
            <a:r>
              <a:rPr lang="en-US" altLang="ko-KR" sz="2000" dirty="0" smtClean="0"/>
              <a:t>)</a:t>
            </a:r>
          </a:p>
          <a:p>
            <a:pPr lvl="2"/>
            <a:r>
              <a:rPr lang="en-US" altLang="ko-KR" sz="2800" b="1" dirty="0" err="1">
                <a:solidFill>
                  <a:schemeClr val="accent2">
                    <a:lumMod val="50000"/>
                  </a:schemeClr>
                </a:solidFill>
              </a:rPr>
              <a:t>m_mxClient.</a:t>
            </a:r>
            <a:r>
              <a:rPr lang="en-US" altLang="ko-KR" sz="2800" b="1" i="1" dirty="0" err="1">
                <a:solidFill>
                  <a:schemeClr val="accent2">
                    <a:lumMod val="50000"/>
                  </a:schemeClr>
                </a:solidFill>
              </a:rPr>
              <a:t>Instrument</a:t>
            </a:r>
            <a:r>
              <a:rPr lang="en-US" altLang="ko-KR" sz="2800" b="1" dirty="0" err="1">
                <a:solidFill>
                  <a:schemeClr val="accent2">
                    <a:lumMod val="50000"/>
                  </a:schemeClr>
                </a:solidFill>
              </a:rPr>
              <a:t>.</a:t>
            </a:r>
            <a:r>
              <a:rPr lang="en-US" altLang="ko-KR" sz="2800" b="1" i="1" dirty="0" err="1">
                <a:solidFill>
                  <a:schemeClr val="accent2">
                    <a:lumMod val="50000"/>
                  </a:schemeClr>
                </a:solidFill>
              </a:rPr>
              <a:t>MoveTurret</a:t>
            </a:r>
            <a:r>
              <a:rPr lang="en-US" altLang="ko-KR" sz="2800" b="1" dirty="0">
                <a:solidFill>
                  <a:schemeClr val="accent2">
                    <a:lumMod val="50000"/>
                  </a:schemeClr>
                </a:solidFill>
              </a:rPr>
              <a:t>(position);</a:t>
            </a:r>
            <a:endParaRPr lang="en-US" altLang="ko-KR" sz="28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759787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현재 사용된 </a:t>
            </a:r>
            <a:r>
              <a:rPr lang="en-US" altLang="ko-KR" dirty="0" smtClean="0"/>
              <a:t>Packet </a:t>
            </a:r>
            <a:r>
              <a:rPr lang="ko-KR" altLang="en-US" dirty="0" smtClean="0"/>
              <a:t>구조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117600" y="3006725"/>
            <a:ext cx="571500" cy="14382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 smtClean="0">
                <a:solidFill>
                  <a:schemeClr val="tx1"/>
                </a:solidFill>
              </a:rPr>
              <a:t>1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822496" y="3006725"/>
            <a:ext cx="8112204" cy="14382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 smtClean="0">
                <a:solidFill>
                  <a:schemeClr val="tx1"/>
                </a:solidFill>
              </a:rPr>
              <a:t>Class_Group_Item</a:t>
            </a:r>
            <a:r>
              <a:rPr lang="ko-KR" altLang="en-US" sz="2400" dirty="0" smtClean="0">
                <a:solidFill>
                  <a:schemeClr val="tx1"/>
                </a:solidFill>
              </a:rPr>
              <a:t>의 값에 따라 정해진 데이터 구조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964768" y="444500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[byte]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020076" y="2634932"/>
            <a:ext cx="6976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 smtClean="0">
                <a:solidFill>
                  <a:srgbClr val="000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Class</a:t>
            </a:r>
            <a:endParaRPr lang="ko-KR" altLang="en-US" sz="1600" b="1" dirty="0"/>
          </a:p>
        </p:txBody>
      </p:sp>
      <p:sp>
        <p:nvSpPr>
          <p:cNvPr id="9" name="직사각형 8"/>
          <p:cNvSpPr/>
          <p:nvPr/>
        </p:nvSpPr>
        <p:spPr>
          <a:xfrm>
            <a:off x="4685030" y="2617797"/>
            <a:ext cx="1866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 smtClean="0">
                <a:solidFill>
                  <a:srgbClr val="000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packetData</a:t>
            </a:r>
            <a:r>
              <a:rPr lang="en-US" altLang="ko-KR" dirty="0" smtClean="0">
                <a:solidFill>
                  <a:srgbClr val="000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[?]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684298" y="3006725"/>
            <a:ext cx="571500" cy="14382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 smtClean="0">
                <a:solidFill>
                  <a:schemeClr val="tx1"/>
                </a:solidFill>
              </a:rPr>
              <a:t>1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253258" y="3006725"/>
            <a:ext cx="571500" cy="14382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 smtClean="0">
                <a:solidFill>
                  <a:schemeClr val="tx1"/>
                </a:solidFill>
              </a:rPr>
              <a:t>1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621234" y="2633186"/>
            <a:ext cx="68961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 smtClean="0">
                <a:solidFill>
                  <a:srgbClr val="000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Group</a:t>
            </a:r>
            <a:endParaRPr lang="ko-KR" altLang="en-US" sz="1600" b="1" dirty="0"/>
          </a:p>
        </p:txBody>
      </p:sp>
      <p:sp>
        <p:nvSpPr>
          <p:cNvPr id="15" name="직사각형 14"/>
          <p:cNvSpPr/>
          <p:nvPr/>
        </p:nvSpPr>
        <p:spPr>
          <a:xfrm>
            <a:off x="2222392" y="2633186"/>
            <a:ext cx="5886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 smtClean="0">
                <a:solidFill>
                  <a:srgbClr val="000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Item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6828146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65480" y="1112203"/>
            <a:ext cx="10861040" cy="2387600"/>
          </a:xfrm>
        </p:spPr>
        <p:txBody>
          <a:bodyPr/>
          <a:lstStyle/>
          <a:p>
            <a:r>
              <a:rPr lang="en-US" altLang="ko-KR" dirty="0"/>
              <a:t>MFC</a:t>
            </a:r>
            <a:r>
              <a:rPr lang="ko-KR" altLang="en-US" dirty="0"/>
              <a:t>용 </a:t>
            </a:r>
            <a:r>
              <a:rPr lang="en-US" altLang="ko-KR" dirty="0" err="1"/>
              <a:t>Zygo</a:t>
            </a:r>
            <a:r>
              <a:rPr lang="en-US" altLang="ko-KR" dirty="0"/>
              <a:t> </a:t>
            </a:r>
            <a:r>
              <a:rPr lang="ko-KR" altLang="en-US" dirty="0"/>
              <a:t>라이브러리 개발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2026.01.22</a:t>
            </a:r>
          </a:p>
          <a:p>
            <a:endParaRPr lang="en-US" altLang="ko-KR" dirty="0"/>
          </a:p>
          <a:p>
            <a:r>
              <a:rPr lang="ko-KR" altLang="en-US" dirty="0" smtClean="0"/>
              <a:t>신  용  대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9032909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/>
        </p:nvSpPr>
        <p:spPr>
          <a:xfrm>
            <a:off x="2458733" y="1305724"/>
            <a:ext cx="4831754" cy="259901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 smtClean="0"/>
              <a:t>                 </a:t>
            </a:r>
            <a:r>
              <a:rPr lang="en-US" altLang="ko-KR" dirty="0" err="1" smtClean="0"/>
              <a:t>Zygo</a:t>
            </a:r>
            <a:r>
              <a:rPr lang="en-US" altLang="ko-KR" dirty="0" smtClean="0"/>
              <a:t> </a:t>
            </a:r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411541" y="1305725"/>
            <a:ext cx="1809961" cy="259901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 smtClean="0"/>
              <a:t>SSR PC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측</a:t>
            </a:r>
            <a:r>
              <a:rPr lang="ko-KR" altLang="en-US" dirty="0" smtClean="0"/>
              <a:t>정 제어 방식</a:t>
            </a:r>
            <a:r>
              <a:rPr lang="en-US" altLang="ko-KR" dirty="0" smtClean="0"/>
              <a:t>(</a:t>
            </a:r>
            <a:r>
              <a:rPr lang="ko-KR" altLang="en-US" dirty="0" smtClean="0"/>
              <a:t>현재 방식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576472" y="2146853"/>
            <a:ext cx="1443295" cy="127813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SSR Program</a:t>
            </a:r>
          </a:p>
          <a:p>
            <a:pPr algn="ctr"/>
            <a:r>
              <a:rPr lang="en-US" altLang="ko-KR" sz="1400" dirty="0" smtClean="0"/>
              <a:t>(MFC: </a:t>
            </a:r>
            <a:r>
              <a:rPr lang="en-US" altLang="ko-KR" sz="1400" dirty="0" smtClean="0">
                <a:solidFill>
                  <a:srgbClr val="FFC000"/>
                </a:solidFill>
              </a:rPr>
              <a:t>Client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cxnSp>
        <p:nvCxnSpPr>
          <p:cNvPr id="18" name="직선 화살표 연결선 17"/>
          <p:cNvCxnSpPr>
            <a:stCxn id="17" idx="3"/>
          </p:cNvCxnSpPr>
          <p:nvPr/>
        </p:nvCxnSpPr>
        <p:spPr>
          <a:xfrm>
            <a:off x="2019767" y="2785921"/>
            <a:ext cx="62457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5042973" y="2149642"/>
            <a:ext cx="2077453" cy="127534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(</a:t>
            </a:r>
            <a:r>
              <a:rPr lang="en-US" altLang="ko-KR" dirty="0" err="1" smtClean="0"/>
              <a:t>Mx</a:t>
            </a:r>
            <a:r>
              <a:rPr lang="en-US" altLang="ko-KR" dirty="0" smtClean="0"/>
              <a:t>) Program</a:t>
            </a:r>
          </a:p>
          <a:p>
            <a:pPr algn="ctr"/>
            <a:r>
              <a:rPr lang="en-US" altLang="ko-KR" dirty="0" smtClean="0"/>
              <a:t>(</a:t>
            </a:r>
            <a:r>
              <a:rPr lang="en-US" altLang="ko-KR" dirty="0" err="1" smtClean="0">
                <a:solidFill>
                  <a:srgbClr val="FFFF00"/>
                </a:solidFill>
              </a:rPr>
              <a:t>MxServer</a:t>
            </a:r>
            <a:r>
              <a:rPr lang="en-US" altLang="ko-KR" dirty="0" smtClean="0">
                <a:solidFill>
                  <a:srgbClr val="FFFF00"/>
                </a:solidFill>
              </a:rPr>
              <a:t>)</a:t>
            </a:r>
          </a:p>
        </p:txBody>
      </p:sp>
      <p:sp>
        <p:nvSpPr>
          <p:cNvPr id="23" name="이등변 삼각형 22"/>
          <p:cNvSpPr/>
          <p:nvPr/>
        </p:nvSpPr>
        <p:spPr>
          <a:xfrm>
            <a:off x="5833047" y="5472445"/>
            <a:ext cx="497305" cy="681790"/>
          </a:xfrm>
          <a:prstGeom prst="triangle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5644551" y="4293169"/>
            <a:ext cx="874295" cy="16764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3D</a:t>
            </a:r>
          </a:p>
          <a:p>
            <a:pPr algn="ctr"/>
            <a:r>
              <a:rPr lang="ko-KR" altLang="en-US" dirty="0" smtClean="0"/>
              <a:t>장비</a:t>
            </a:r>
            <a:endParaRPr lang="en-US" altLang="ko-KR" dirty="0" smtClean="0"/>
          </a:p>
        </p:txBody>
      </p:sp>
      <p:cxnSp>
        <p:nvCxnSpPr>
          <p:cNvPr id="25" name="직선 화살표 연결선 24"/>
          <p:cNvCxnSpPr/>
          <p:nvPr/>
        </p:nvCxnSpPr>
        <p:spPr>
          <a:xfrm flipH="1">
            <a:off x="6096000" y="3424989"/>
            <a:ext cx="1" cy="86818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411246" y="2457891"/>
            <a:ext cx="394255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400" dirty="0" smtClean="0"/>
              <a:t>RemoteAccess.dll </a:t>
            </a:r>
            <a:r>
              <a:rPr lang="ko-KR" altLang="en-US" sz="1400" dirty="0" smtClean="0"/>
              <a:t>을 통해 원격 제어</a:t>
            </a:r>
            <a:endParaRPr lang="en-US" altLang="ko-KR" sz="1400" dirty="0" smtClean="0"/>
          </a:p>
          <a:p>
            <a:pPr marL="285750" indent="-285750">
              <a:buFontTx/>
              <a:buChar char="-"/>
            </a:pPr>
            <a:r>
              <a:rPr lang="en-US" altLang="ko-KR" sz="1400" dirty="0" smtClean="0"/>
              <a:t>SSR PC</a:t>
            </a:r>
            <a:r>
              <a:rPr lang="ko-KR" altLang="en-US" sz="1400" dirty="0" smtClean="0"/>
              <a:t>에서 </a:t>
            </a:r>
            <a:r>
              <a:rPr lang="en-US" altLang="ko-KR" sz="1400" dirty="0" smtClean="0"/>
              <a:t>3D </a:t>
            </a:r>
            <a:r>
              <a:rPr lang="ko-KR" altLang="en-US" sz="1400" dirty="0" smtClean="0"/>
              <a:t>장비를 직접 제어는 불가능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 err="1" smtClean="0"/>
              <a:t>Zygo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PC</a:t>
            </a:r>
            <a:r>
              <a:rPr lang="ko-KR" altLang="en-US" sz="1400" dirty="0" smtClean="0"/>
              <a:t>를 이용하여 제어가능 </a:t>
            </a:r>
            <a:endParaRPr lang="en-US" altLang="ko-KR" sz="1400" dirty="0" smtClean="0"/>
          </a:p>
          <a:p>
            <a:pPr marL="285750" indent="-285750">
              <a:buFontTx/>
              <a:buChar char="-"/>
            </a:pPr>
            <a:endParaRPr lang="en-US" altLang="ko-KR" sz="1400" dirty="0" smtClean="0"/>
          </a:p>
          <a:p>
            <a:pPr marL="285750" indent="-285750">
              <a:buFontTx/>
              <a:buChar char="-"/>
            </a:pPr>
            <a:endParaRPr lang="en-US" altLang="ko-KR" sz="1400" dirty="0" smtClean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r>
              <a:rPr lang="en-US" altLang="ko-KR" sz="1400" dirty="0" smtClean="0">
                <a:solidFill>
                  <a:srgbClr val="FF0000"/>
                </a:solidFill>
              </a:rPr>
              <a:t>※</a:t>
            </a:r>
            <a:r>
              <a:rPr lang="ko-KR" altLang="en-US" sz="1400" dirty="0" smtClean="0">
                <a:solidFill>
                  <a:srgbClr val="FF0000"/>
                </a:solidFill>
              </a:rPr>
              <a:t>기존 </a:t>
            </a:r>
            <a:r>
              <a:rPr lang="en-US" altLang="ko-KR" sz="1400" dirty="0" smtClean="0">
                <a:solidFill>
                  <a:srgbClr val="FF0000"/>
                </a:solidFill>
              </a:rPr>
              <a:t>SSR PC </a:t>
            </a:r>
            <a:r>
              <a:rPr lang="ko-KR" altLang="en-US" sz="1400" dirty="0" smtClean="0">
                <a:solidFill>
                  <a:srgbClr val="FF0000"/>
                </a:solidFill>
              </a:rPr>
              <a:t>이외의 별도 </a:t>
            </a:r>
            <a:r>
              <a:rPr lang="en-US" altLang="ko-KR" sz="1400" dirty="0" err="1" smtClean="0">
                <a:solidFill>
                  <a:srgbClr val="FF0000"/>
                </a:solidFill>
              </a:rPr>
              <a:t>Zygo</a:t>
            </a:r>
            <a:r>
              <a:rPr lang="en-US" altLang="ko-KR" sz="1400" dirty="0" smtClean="0">
                <a:solidFill>
                  <a:srgbClr val="FF0000"/>
                </a:solidFill>
              </a:rPr>
              <a:t> PC </a:t>
            </a:r>
            <a:r>
              <a:rPr lang="ko-KR" altLang="en-US" sz="1400" dirty="0" smtClean="0">
                <a:solidFill>
                  <a:srgbClr val="FF0000"/>
                </a:solidFill>
              </a:rPr>
              <a:t>장착</a:t>
            </a:r>
            <a:r>
              <a:rPr lang="en-US" altLang="ko-KR" sz="1400" dirty="0" smtClean="0">
                <a:solidFill>
                  <a:srgbClr val="FF0000"/>
                </a:solidFill>
              </a:rPr>
              <a:t> </a:t>
            </a:r>
            <a:r>
              <a:rPr lang="ko-KR" altLang="en-US" sz="1400" dirty="0" smtClean="0">
                <a:solidFill>
                  <a:srgbClr val="FF0000"/>
                </a:solidFill>
              </a:rPr>
              <a:t>필요</a:t>
            </a:r>
            <a:endParaRPr lang="en-US" altLang="ko-KR" sz="1400" dirty="0" smtClean="0">
              <a:solidFill>
                <a:srgbClr val="FF0000"/>
              </a:solidFill>
            </a:endParaRPr>
          </a:p>
          <a:p>
            <a:r>
              <a:rPr lang="en-US" altLang="ko-KR" sz="1400" dirty="0" smtClean="0">
                <a:solidFill>
                  <a:srgbClr val="FF0000"/>
                </a:solidFill>
              </a:rPr>
              <a:t>  -&gt; SSR PC</a:t>
            </a:r>
            <a:r>
              <a:rPr lang="ko-KR" altLang="en-US" sz="1400" dirty="0" smtClean="0">
                <a:solidFill>
                  <a:srgbClr val="FF0000"/>
                </a:solidFill>
              </a:rPr>
              <a:t>에서 </a:t>
            </a:r>
            <a:r>
              <a:rPr lang="en-US" altLang="ko-KR" sz="1400" dirty="0" err="1" smtClean="0">
                <a:solidFill>
                  <a:srgbClr val="FF0000"/>
                </a:solidFill>
              </a:rPr>
              <a:t>Zygo</a:t>
            </a:r>
            <a:r>
              <a:rPr lang="en-US" altLang="ko-KR" sz="1400" dirty="0" smtClean="0">
                <a:solidFill>
                  <a:srgbClr val="FF0000"/>
                </a:solidFill>
              </a:rPr>
              <a:t> PC </a:t>
            </a:r>
            <a:r>
              <a:rPr lang="ko-KR" altLang="en-US" sz="1400" dirty="0" smtClean="0">
                <a:solidFill>
                  <a:srgbClr val="FF0000"/>
                </a:solidFill>
              </a:rPr>
              <a:t>없이 제어 불가  </a:t>
            </a:r>
            <a:endParaRPr lang="en-US" altLang="ko-KR" sz="1400" dirty="0" smtClean="0">
              <a:solidFill>
                <a:srgbClr val="FF0000"/>
              </a:solidFill>
            </a:endParaRPr>
          </a:p>
          <a:p>
            <a:endParaRPr lang="en-US" altLang="ko-KR" sz="1400" dirty="0" smtClean="0"/>
          </a:p>
        </p:txBody>
      </p:sp>
      <p:sp>
        <p:nvSpPr>
          <p:cNvPr id="12" name="직사각형 11"/>
          <p:cNvSpPr/>
          <p:nvPr/>
        </p:nvSpPr>
        <p:spPr>
          <a:xfrm>
            <a:off x="2644347" y="2286000"/>
            <a:ext cx="1928348" cy="99253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중계 </a:t>
            </a:r>
            <a:r>
              <a:rPr lang="en-US" altLang="ko-KR" sz="1400" dirty="0" smtClean="0"/>
              <a:t>Program</a:t>
            </a:r>
          </a:p>
          <a:p>
            <a:pPr algn="ctr"/>
            <a:r>
              <a:rPr lang="en-US" altLang="ko-KR" sz="1400" dirty="0" smtClean="0"/>
              <a:t>(C#: </a:t>
            </a:r>
            <a:r>
              <a:rPr lang="en-US" altLang="ko-KR" sz="1400" dirty="0" smtClean="0">
                <a:solidFill>
                  <a:srgbClr val="FFC000"/>
                </a:solidFill>
              </a:rPr>
              <a:t>Server</a:t>
            </a:r>
            <a:r>
              <a:rPr lang="en-US" altLang="ko-KR" sz="1400" dirty="0" smtClean="0"/>
              <a:t>)</a:t>
            </a:r>
          </a:p>
          <a:p>
            <a:pPr algn="ctr"/>
            <a:r>
              <a:rPr lang="en-US" altLang="ko-KR" sz="1400" dirty="0" smtClean="0"/>
              <a:t>(</a:t>
            </a:r>
            <a:r>
              <a:rPr lang="en-US" altLang="ko-KR" sz="1400" i="1" dirty="0" err="1">
                <a:solidFill>
                  <a:srgbClr val="FFFF00"/>
                </a:solidFill>
              </a:rPr>
              <a:t>MxClient</a:t>
            </a:r>
            <a:r>
              <a:rPr lang="en-US" altLang="ko-KR" sz="1400" dirty="0"/>
              <a:t>("localhost</a:t>
            </a:r>
            <a:r>
              <a:rPr lang="en-US" altLang="ko-KR" sz="1400" dirty="0" smtClean="0"/>
              <a:t>"))</a:t>
            </a:r>
            <a:endParaRPr lang="ko-KR" altLang="en-US" sz="1400" dirty="0"/>
          </a:p>
        </p:txBody>
      </p:sp>
      <p:cxnSp>
        <p:nvCxnSpPr>
          <p:cNvPr id="13" name="직선 화살표 연결선 12"/>
          <p:cNvCxnSpPr>
            <a:endCxn id="21" idx="1"/>
          </p:cNvCxnSpPr>
          <p:nvPr/>
        </p:nvCxnSpPr>
        <p:spPr>
          <a:xfrm>
            <a:off x="4572695" y="2787316"/>
            <a:ext cx="47027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66192" y="1836626"/>
            <a:ext cx="17043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 smtClean="0">
                <a:solidFill>
                  <a:srgbClr val="FFFF00"/>
                </a:solidFill>
              </a:rPr>
              <a:t>TCP/IP</a:t>
            </a:r>
            <a:r>
              <a:rPr lang="ko-KR" altLang="en-US" sz="1050" dirty="0" smtClean="0"/>
              <a:t>를 통한 원격제어 </a:t>
            </a:r>
            <a:endParaRPr lang="ko-KR" altLang="en-US" sz="1050" dirty="0"/>
          </a:p>
        </p:txBody>
      </p:sp>
      <p:sp>
        <p:nvSpPr>
          <p:cNvPr id="19" name="직사각형 18"/>
          <p:cNvSpPr/>
          <p:nvPr/>
        </p:nvSpPr>
        <p:spPr>
          <a:xfrm>
            <a:off x="4893276" y="1198605"/>
            <a:ext cx="2517969" cy="538754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4893275" y="6185527"/>
            <a:ext cx="1288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>
                <a:solidFill>
                  <a:srgbClr val="FF0000"/>
                </a:solidFill>
              </a:rPr>
              <a:t>Zygo</a:t>
            </a:r>
            <a:r>
              <a:rPr lang="en-US" altLang="ko-KR" dirty="0" smtClean="0">
                <a:solidFill>
                  <a:srgbClr val="FF0000"/>
                </a:solidFill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제공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0800" y="3210763"/>
            <a:ext cx="18822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 smtClean="0">
                <a:solidFill>
                  <a:srgbClr val="FF0000"/>
                </a:solidFill>
              </a:rPr>
              <a:t>DLL(API)</a:t>
            </a:r>
            <a:r>
              <a:rPr lang="ko-KR" altLang="en-US" sz="1050" dirty="0" smtClean="0"/>
              <a:t>을 통한 원격제어 </a:t>
            </a:r>
            <a:endParaRPr lang="ko-KR" altLang="en-US" sz="1050" dirty="0"/>
          </a:p>
        </p:txBody>
      </p:sp>
      <p:sp>
        <p:nvSpPr>
          <p:cNvPr id="27" name="직사각형 26"/>
          <p:cNvSpPr/>
          <p:nvPr/>
        </p:nvSpPr>
        <p:spPr>
          <a:xfrm>
            <a:off x="2644346" y="2871509"/>
            <a:ext cx="2244811" cy="3015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295009" y="4642691"/>
            <a:ext cx="4457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Zygo.MetroProXP.RemoteAccessClient.dll</a:t>
            </a:r>
          </a:p>
          <a:p>
            <a:r>
              <a:rPr lang="en-US" altLang="ko-KR" dirty="0" smtClean="0"/>
              <a:t>: </a:t>
            </a:r>
            <a:r>
              <a:rPr lang="en-US" altLang="ko-KR" dirty="0" err="1" smtClean="0"/>
              <a:t>TcpIp</a:t>
            </a:r>
            <a:r>
              <a:rPr lang="en-US" altLang="ko-KR" dirty="0" smtClean="0"/>
              <a:t> Client </a:t>
            </a:r>
            <a:r>
              <a:rPr lang="ko-KR" altLang="en-US" dirty="0" smtClean="0"/>
              <a:t>용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87027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/>
        </p:nvSpPr>
        <p:spPr>
          <a:xfrm>
            <a:off x="838200" y="1305724"/>
            <a:ext cx="6452287" cy="259901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 smtClean="0"/>
              <a:t>SSR </a:t>
            </a:r>
            <a:r>
              <a:rPr lang="en-US" altLang="ko-KR" dirty="0"/>
              <a:t>PC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측</a:t>
            </a:r>
            <a:r>
              <a:rPr lang="ko-KR" altLang="en-US" dirty="0" smtClean="0"/>
              <a:t>정 제어 방식</a:t>
            </a:r>
            <a:r>
              <a:rPr lang="en-US" altLang="ko-KR" dirty="0" smtClean="0"/>
              <a:t>(</a:t>
            </a:r>
            <a:r>
              <a:rPr lang="ko-KR" altLang="en-US" dirty="0" smtClean="0"/>
              <a:t>원하는 방식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5042973" y="2149642"/>
            <a:ext cx="2077453" cy="127534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(</a:t>
            </a:r>
            <a:r>
              <a:rPr lang="en-US" altLang="ko-KR" dirty="0" err="1" smtClean="0"/>
              <a:t>Mx</a:t>
            </a:r>
            <a:r>
              <a:rPr lang="en-US" altLang="ko-KR" dirty="0" smtClean="0"/>
              <a:t>) Program</a:t>
            </a:r>
          </a:p>
          <a:p>
            <a:pPr algn="ctr"/>
            <a:r>
              <a:rPr lang="en-US" altLang="ko-KR" dirty="0" smtClean="0"/>
              <a:t>(</a:t>
            </a:r>
            <a:r>
              <a:rPr lang="en-US" altLang="ko-KR" dirty="0" err="1" smtClean="0">
                <a:solidFill>
                  <a:srgbClr val="FFFF00"/>
                </a:solidFill>
              </a:rPr>
              <a:t>MxServer</a:t>
            </a:r>
            <a:r>
              <a:rPr lang="en-US" altLang="ko-KR" dirty="0" smtClean="0">
                <a:solidFill>
                  <a:srgbClr val="FFFF00"/>
                </a:solidFill>
              </a:rPr>
              <a:t>)</a:t>
            </a:r>
          </a:p>
        </p:txBody>
      </p:sp>
      <p:sp>
        <p:nvSpPr>
          <p:cNvPr id="23" name="이등변 삼각형 22"/>
          <p:cNvSpPr/>
          <p:nvPr/>
        </p:nvSpPr>
        <p:spPr>
          <a:xfrm>
            <a:off x="5833047" y="5472445"/>
            <a:ext cx="497305" cy="681790"/>
          </a:xfrm>
          <a:prstGeom prst="triangle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5644551" y="4293169"/>
            <a:ext cx="874295" cy="16764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3D</a:t>
            </a:r>
          </a:p>
          <a:p>
            <a:pPr algn="ctr"/>
            <a:r>
              <a:rPr lang="ko-KR" altLang="en-US" dirty="0" smtClean="0"/>
              <a:t>장비</a:t>
            </a:r>
            <a:endParaRPr lang="en-US" altLang="ko-KR" dirty="0" smtClean="0"/>
          </a:p>
        </p:txBody>
      </p:sp>
      <p:cxnSp>
        <p:nvCxnSpPr>
          <p:cNvPr id="25" name="직선 화살표 연결선 24"/>
          <p:cNvCxnSpPr/>
          <p:nvPr/>
        </p:nvCxnSpPr>
        <p:spPr>
          <a:xfrm flipH="1">
            <a:off x="6096000" y="3424989"/>
            <a:ext cx="1" cy="86818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411246" y="2457891"/>
            <a:ext cx="45995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</a:rPr>
              <a:t>※</a:t>
            </a:r>
            <a:r>
              <a:rPr lang="ko-KR" altLang="en-US" sz="1400" dirty="0" smtClean="0">
                <a:solidFill>
                  <a:srgbClr val="FF0000"/>
                </a:solidFill>
              </a:rPr>
              <a:t>기존 </a:t>
            </a:r>
            <a:r>
              <a:rPr lang="en-US" altLang="ko-KR" sz="1400" dirty="0" smtClean="0">
                <a:solidFill>
                  <a:srgbClr val="FF0000"/>
                </a:solidFill>
              </a:rPr>
              <a:t>SSR PC </a:t>
            </a:r>
            <a:r>
              <a:rPr lang="ko-KR" altLang="en-US" sz="1400" dirty="0" smtClean="0">
                <a:solidFill>
                  <a:srgbClr val="FF0000"/>
                </a:solidFill>
              </a:rPr>
              <a:t>이외의 별도 </a:t>
            </a:r>
            <a:r>
              <a:rPr lang="en-US" altLang="ko-KR" sz="1400" dirty="0" err="1" smtClean="0">
                <a:solidFill>
                  <a:srgbClr val="FF0000"/>
                </a:solidFill>
              </a:rPr>
              <a:t>Zygo</a:t>
            </a:r>
            <a:r>
              <a:rPr lang="en-US" altLang="ko-KR" sz="1400" dirty="0" smtClean="0">
                <a:solidFill>
                  <a:srgbClr val="FF0000"/>
                </a:solidFill>
              </a:rPr>
              <a:t> PC </a:t>
            </a:r>
            <a:r>
              <a:rPr lang="ko-KR" altLang="en-US" sz="1400" dirty="0" smtClean="0">
                <a:solidFill>
                  <a:srgbClr val="FF0000"/>
                </a:solidFill>
              </a:rPr>
              <a:t>장착</a:t>
            </a:r>
            <a:r>
              <a:rPr lang="en-US" altLang="ko-KR" sz="1400" dirty="0" smtClean="0">
                <a:solidFill>
                  <a:srgbClr val="FF0000"/>
                </a:solidFill>
              </a:rPr>
              <a:t> </a:t>
            </a:r>
            <a:r>
              <a:rPr lang="ko-KR" altLang="en-US" sz="1400" dirty="0" err="1" smtClean="0">
                <a:solidFill>
                  <a:srgbClr val="FF0000"/>
                </a:solidFill>
              </a:rPr>
              <a:t>필요없이</a:t>
            </a:r>
            <a:endParaRPr lang="en-US" altLang="ko-KR" sz="1400" dirty="0" smtClean="0">
              <a:solidFill>
                <a:srgbClr val="FF0000"/>
              </a:solidFill>
            </a:endParaRPr>
          </a:p>
          <a:p>
            <a:r>
              <a:rPr lang="en-US" altLang="ko-KR" sz="1400" dirty="0" smtClean="0">
                <a:solidFill>
                  <a:srgbClr val="FF0000"/>
                </a:solidFill>
              </a:rPr>
              <a:t>  -&gt; SSR PC</a:t>
            </a:r>
            <a:r>
              <a:rPr lang="ko-KR" altLang="en-US" sz="1400" dirty="0" smtClean="0">
                <a:solidFill>
                  <a:srgbClr val="FF0000"/>
                </a:solidFill>
              </a:rPr>
              <a:t>에서 </a:t>
            </a:r>
            <a:r>
              <a:rPr lang="en-US" altLang="ko-KR" sz="1400" dirty="0" err="1" smtClean="0">
                <a:solidFill>
                  <a:srgbClr val="FF0000"/>
                </a:solidFill>
              </a:rPr>
              <a:t>Zygo</a:t>
            </a:r>
            <a:r>
              <a:rPr lang="ko-KR" altLang="en-US" sz="1400" dirty="0" smtClean="0">
                <a:solidFill>
                  <a:srgbClr val="FF0000"/>
                </a:solidFill>
              </a:rPr>
              <a:t>를 직접</a:t>
            </a:r>
            <a:r>
              <a:rPr lang="en-US" altLang="ko-KR" sz="1400" dirty="0" smtClean="0">
                <a:solidFill>
                  <a:srgbClr val="FF0000"/>
                </a:solidFill>
              </a:rPr>
              <a:t> </a:t>
            </a:r>
            <a:r>
              <a:rPr lang="ko-KR" altLang="en-US" sz="1400" dirty="0" smtClean="0">
                <a:solidFill>
                  <a:srgbClr val="FF0000"/>
                </a:solidFill>
              </a:rPr>
              <a:t>제어 </a:t>
            </a:r>
            <a:endParaRPr lang="en-US" altLang="ko-KR" sz="1400" dirty="0" smtClean="0">
              <a:solidFill>
                <a:srgbClr val="FF0000"/>
              </a:solidFill>
            </a:endParaRPr>
          </a:p>
          <a:p>
            <a:endParaRPr lang="en-US" altLang="ko-KR" sz="1400" dirty="0" smtClean="0"/>
          </a:p>
        </p:txBody>
      </p:sp>
      <p:sp>
        <p:nvSpPr>
          <p:cNvPr id="12" name="직사각형 11"/>
          <p:cNvSpPr/>
          <p:nvPr/>
        </p:nvSpPr>
        <p:spPr>
          <a:xfrm>
            <a:off x="1297455" y="2286000"/>
            <a:ext cx="1928348" cy="99253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SSR Program</a:t>
            </a:r>
          </a:p>
          <a:p>
            <a:pPr algn="ctr"/>
            <a:r>
              <a:rPr lang="en-US" altLang="ko-KR" sz="1400" dirty="0"/>
              <a:t>(</a:t>
            </a:r>
            <a:r>
              <a:rPr lang="en-US" altLang="ko-KR" sz="1400" dirty="0" smtClean="0"/>
              <a:t>MFC: </a:t>
            </a:r>
            <a:r>
              <a:rPr lang="en-US" altLang="ko-KR" sz="1400" i="1" dirty="0" err="1" smtClean="0">
                <a:solidFill>
                  <a:srgbClr val="FFFF00"/>
                </a:solidFill>
              </a:rPr>
              <a:t>MxClient</a:t>
            </a:r>
            <a:endParaRPr lang="en-US" altLang="ko-KR" sz="1400" i="1" dirty="0" smtClean="0">
              <a:solidFill>
                <a:srgbClr val="FFFF00"/>
              </a:solidFill>
            </a:endParaRPr>
          </a:p>
          <a:p>
            <a:pPr algn="ctr"/>
            <a:r>
              <a:rPr lang="en-US" altLang="ko-KR" sz="1400" dirty="0" smtClean="0"/>
              <a:t>("</a:t>
            </a:r>
            <a:r>
              <a:rPr lang="en-US" altLang="ko-KR" sz="1400" dirty="0"/>
              <a:t>localhost</a:t>
            </a:r>
            <a:r>
              <a:rPr lang="en-US" altLang="ko-KR" sz="1400" dirty="0" smtClean="0"/>
              <a:t>"))</a:t>
            </a:r>
            <a:endParaRPr lang="ko-KR" altLang="en-US" sz="1400" dirty="0"/>
          </a:p>
        </p:txBody>
      </p:sp>
      <p:cxnSp>
        <p:nvCxnSpPr>
          <p:cNvPr id="13" name="직선 화살표 연결선 12"/>
          <p:cNvCxnSpPr>
            <a:endCxn id="21" idx="1"/>
          </p:cNvCxnSpPr>
          <p:nvPr/>
        </p:nvCxnSpPr>
        <p:spPr>
          <a:xfrm>
            <a:off x="3225803" y="2787316"/>
            <a:ext cx="181717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4893276" y="1198605"/>
            <a:ext cx="2517969" cy="538754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4893275" y="6185527"/>
            <a:ext cx="1288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>
                <a:solidFill>
                  <a:srgbClr val="FF0000"/>
                </a:solidFill>
              </a:rPr>
              <a:t>Zygo</a:t>
            </a:r>
            <a:r>
              <a:rPr lang="en-US" altLang="ko-KR" dirty="0" smtClean="0">
                <a:solidFill>
                  <a:srgbClr val="FF0000"/>
                </a:solidFill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제공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68113" y="2351314"/>
            <a:ext cx="18822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 smtClean="0">
                <a:solidFill>
                  <a:srgbClr val="FF0000"/>
                </a:solidFill>
              </a:rPr>
              <a:t>DLL(API)</a:t>
            </a:r>
            <a:r>
              <a:rPr lang="ko-KR" altLang="en-US" sz="1050" dirty="0" smtClean="0"/>
              <a:t>을 통한 원격제어 </a:t>
            </a:r>
            <a:endParaRPr lang="ko-KR" altLang="en-US" sz="1050" dirty="0"/>
          </a:p>
        </p:txBody>
      </p:sp>
      <p:sp>
        <p:nvSpPr>
          <p:cNvPr id="27" name="직사각형 26"/>
          <p:cNvSpPr/>
          <p:nvPr/>
        </p:nvSpPr>
        <p:spPr>
          <a:xfrm>
            <a:off x="1618736" y="2871509"/>
            <a:ext cx="3270422" cy="3015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373578" y="4733781"/>
            <a:ext cx="44571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Zygo.MetroProXP.RemoteAccessClient.dll</a:t>
            </a:r>
          </a:p>
          <a:p>
            <a:r>
              <a:rPr lang="en-US" altLang="ko-KR" dirty="0" smtClean="0"/>
              <a:t>: </a:t>
            </a:r>
            <a:r>
              <a:rPr lang="en-US" altLang="ko-KR" dirty="0" err="1" smtClean="0"/>
              <a:t>TcpIp</a:t>
            </a:r>
            <a:r>
              <a:rPr lang="en-US" altLang="ko-KR" dirty="0" smtClean="0"/>
              <a:t> Client </a:t>
            </a:r>
            <a:r>
              <a:rPr lang="ko-KR" altLang="en-US" dirty="0" smtClean="0"/>
              <a:t>용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C++</a:t>
            </a:r>
            <a:r>
              <a:rPr lang="ko-KR" altLang="en-US" dirty="0" smtClean="0"/>
              <a:t>용 추가 요청 파일</a:t>
            </a:r>
            <a:r>
              <a:rPr lang="en-US" altLang="ko-KR" dirty="0" smtClean="0"/>
              <a:t>: “ + .h + .lib “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533076" y="3629469"/>
            <a:ext cx="459952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solidFill>
                  <a:srgbClr val="FF0000"/>
                </a:solidFill>
              </a:rPr>
              <a:t>※ 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Zygo</a:t>
            </a:r>
            <a:r>
              <a:rPr lang="en-US" altLang="ko-KR" sz="2400" dirty="0" smtClean="0">
                <a:solidFill>
                  <a:srgbClr val="FF0000"/>
                </a:solidFill>
              </a:rPr>
              <a:t> PC</a:t>
            </a:r>
            <a:r>
              <a:rPr lang="ko-KR" altLang="en-US" sz="2400" dirty="0" smtClean="0">
                <a:solidFill>
                  <a:srgbClr val="FF0000"/>
                </a:solidFill>
              </a:rPr>
              <a:t>를 사용하더라도</a:t>
            </a:r>
            <a:endParaRPr lang="en-US" altLang="ko-KR" sz="2400" dirty="0" smtClean="0">
              <a:solidFill>
                <a:srgbClr val="FF0000"/>
              </a:solidFill>
            </a:endParaRPr>
          </a:p>
          <a:p>
            <a:r>
              <a:rPr lang="en-US" altLang="ko-KR" sz="2400" dirty="0" smtClean="0">
                <a:solidFill>
                  <a:srgbClr val="FF0000"/>
                </a:solidFill>
              </a:rPr>
              <a:t>C++</a:t>
            </a:r>
            <a:r>
              <a:rPr lang="ko-KR" altLang="en-US" sz="2400" dirty="0" smtClean="0">
                <a:solidFill>
                  <a:srgbClr val="FF0000"/>
                </a:solidFill>
              </a:rPr>
              <a:t>에서 </a:t>
            </a:r>
            <a:r>
              <a:rPr lang="en-US" altLang="ko-KR" sz="2400" dirty="0" smtClean="0">
                <a:solidFill>
                  <a:srgbClr val="FF0000"/>
                </a:solidFill>
              </a:rPr>
              <a:t>API</a:t>
            </a:r>
            <a:r>
              <a:rPr lang="ko-KR" altLang="en-US" sz="2400" dirty="0" smtClean="0">
                <a:solidFill>
                  <a:srgbClr val="FF0000"/>
                </a:solidFill>
              </a:rPr>
              <a:t>를 사용할 수 있도록 추가 파일 제공</a:t>
            </a:r>
            <a:r>
              <a:rPr lang="en-US" altLang="ko-KR" sz="2400" dirty="0" smtClean="0">
                <a:solidFill>
                  <a:srgbClr val="FF0000"/>
                </a:solidFill>
              </a:rPr>
              <a:t>: </a:t>
            </a:r>
            <a:r>
              <a:rPr lang="en-US" altLang="ko-KR" sz="2400" dirty="0">
                <a:solidFill>
                  <a:srgbClr val="FF0000"/>
                </a:solidFill>
              </a:rPr>
              <a:t>“ </a:t>
            </a:r>
            <a:r>
              <a:rPr lang="en-US" altLang="ko-KR" sz="2400" b="1" dirty="0">
                <a:solidFill>
                  <a:srgbClr val="FF0000"/>
                </a:solidFill>
              </a:rPr>
              <a:t>+ .h + .lib </a:t>
            </a:r>
            <a:r>
              <a:rPr lang="en-US" altLang="ko-KR" sz="2400" dirty="0">
                <a:solidFill>
                  <a:srgbClr val="FF0000"/>
                </a:solidFill>
              </a:rPr>
              <a:t>“</a:t>
            </a:r>
            <a:r>
              <a:rPr lang="ko-KR" altLang="en-US" sz="2400" dirty="0">
                <a:solidFill>
                  <a:srgbClr val="FF0000"/>
                </a:solidFill>
              </a:rPr>
              <a:t>를 </a:t>
            </a:r>
            <a:r>
              <a:rPr lang="ko-KR" altLang="en-US" sz="2400" dirty="0" smtClean="0">
                <a:solidFill>
                  <a:srgbClr val="FF0000"/>
                </a:solidFill>
              </a:rPr>
              <a:t>제공이 가능한지와 함께 </a:t>
            </a:r>
            <a:r>
              <a:rPr lang="en-US" altLang="ko-KR" sz="2400" b="1" dirty="0">
                <a:solidFill>
                  <a:srgbClr val="FF0000"/>
                </a:solidFill>
              </a:rPr>
              <a:t>Depth Data</a:t>
            </a:r>
            <a:r>
              <a:rPr lang="ko-KR" altLang="en-US" sz="2400" dirty="0">
                <a:solidFill>
                  <a:srgbClr val="FF0000"/>
                </a:solidFill>
              </a:rPr>
              <a:t>를 파일이 아닌 </a:t>
            </a:r>
            <a:r>
              <a:rPr lang="en-US" altLang="ko-KR" sz="2400" dirty="0">
                <a:solidFill>
                  <a:srgbClr val="FF0000"/>
                </a:solidFill>
              </a:rPr>
              <a:t>API</a:t>
            </a:r>
            <a:r>
              <a:rPr lang="ko-KR" altLang="en-US" sz="2400" dirty="0">
                <a:solidFill>
                  <a:srgbClr val="FF0000"/>
                </a:solidFill>
              </a:rPr>
              <a:t>로 읽어올 수 </a:t>
            </a:r>
            <a:r>
              <a:rPr lang="ko-KR" altLang="en-US" sz="2400" dirty="0" smtClean="0">
                <a:solidFill>
                  <a:srgbClr val="FF0000"/>
                </a:solidFill>
              </a:rPr>
              <a:t>있도록 기능 추가를 요청합니다</a:t>
            </a:r>
            <a:r>
              <a:rPr lang="en-US" altLang="ko-KR" sz="2400" dirty="0" smtClean="0">
                <a:solidFill>
                  <a:srgbClr val="FF0000"/>
                </a:solidFill>
              </a:rPr>
              <a:t>.</a:t>
            </a:r>
            <a:endParaRPr lang="ko-KR" altLang="en-US" sz="2400" dirty="0">
              <a:solidFill>
                <a:srgbClr val="FF0000"/>
              </a:solidFill>
            </a:endParaRPr>
          </a:p>
          <a:p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32471436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C#</a:t>
            </a:r>
            <a:r>
              <a:rPr lang="ko-KR" altLang="en-US" dirty="0" smtClean="0"/>
              <a:t>용 </a:t>
            </a:r>
            <a:r>
              <a:rPr lang="en-US" altLang="ko-KR" dirty="0" smtClean="0"/>
              <a:t>Class Library (</a:t>
            </a:r>
            <a:r>
              <a:rPr lang="en-US" altLang="ko-KR" dirty="0" err="1" smtClean="0"/>
              <a:t>Zygo</a:t>
            </a:r>
            <a:r>
              <a:rPr lang="en-US" altLang="ko-KR" dirty="0" smtClean="0"/>
              <a:t> Server)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8032" y="1690688"/>
            <a:ext cx="6781255" cy="435133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2105319" cy="2410161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891280" y="2438400"/>
            <a:ext cx="1270000" cy="11176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>
            <a:stCxn id="5" idx="3"/>
          </p:cNvCxnSpPr>
          <p:nvPr/>
        </p:nvCxnSpPr>
        <p:spPr>
          <a:xfrm>
            <a:off x="2943519" y="2895769"/>
            <a:ext cx="814513" cy="2523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838647" y="1690688"/>
            <a:ext cx="2104872" cy="251301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829300" y="4100848"/>
            <a:ext cx="1905000" cy="108075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4411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MFC</a:t>
            </a:r>
            <a:r>
              <a:rPr lang="ko-KR" altLang="en-US" dirty="0" smtClean="0"/>
              <a:t>용 </a:t>
            </a:r>
            <a:r>
              <a:rPr lang="en-US" altLang="ko-KR" dirty="0" smtClean="0"/>
              <a:t>Class Library (SSR5 Client)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8145" y="1690688"/>
            <a:ext cx="7249714" cy="435133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2534004" cy="234347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738145" y="2684453"/>
            <a:ext cx="1049755" cy="96044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>
            <a:endCxn id="6" idx="1"/>
          </p:cNvCxnSpPr>
          <p:nvPr/>
        </p:nvCxnSpPr>
        <p:spPr>
          <a:xfrm>
            <a:off x="3238499" y="2876551"/>
            <a:ext cx="499646" cy="28812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838646" y="1690688"/>
            <a:ext cx="2399853" cy="234347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6083300" y="3644900"/>
            <a:ext cx="1473200" cy="10414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9037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프로그램 연결 구성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62076" y="2902744"/>
            <a:ext cx="3500448" cy="2113280"/>
          </a:xfrm>
          <a:prstGeom prst="rect">
            <a:avLst/>
          </a:prstGeom>
        </p:spPr>
      </p:pic>
      <p:pic>
        <p:nvPicPr>
          <p:cNvPr id="5" name="내용 개체 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3336676"/>
            <a:ext cx="1327472" cy="116777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5659120" y="1690688"/>
            <a:ext cx="5694680" cy="453739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201660" y="6323159"/>
            <a:ext cx="131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Zygo</a:t>
            </a:r>
            <a:r>
              <a:rPr lang="en-US" altLang="ko-KR" dirty="0" smtClean="0"/>
              <a:t> PC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38200" y="1990408"/>
            <a:ext cx="3510280" cy="37093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938020" y="6228080"/>
            <a:ext cx="131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SSR5 PC</a:t>
            </a:r>
            <a:endParaRPr lang="ko-KR" altLang="en-US" dirty="0"/>
          </a:p>
        </p:txBody>
      </p:sp>
      <p:sp>
        <p:nvSpPr>
          <p:cNvPr id="10" name="왼쪽/오른쪽 화살표 9"/>
          <p:cNvSpPr/>
          <p:nvPr/>
        </p:nvSpPr>
        <p:spPr>
          <a:xfrm>
            <a:off x="4429760" y="3647440"/>
            <a:ext cx="1148080" cy="386080"/>
          </a:xfrm>
          <a:prstGeom prst="leftRightArrow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740261" y="2351260"/>
            <a:ext cx="731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</a:rPr>
              <a:t>TCP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2" name="왼쪽/오른쪽 화살표 11"/>
          <p:cNvSpPr/>
          <p:nvPr/>
        </p:nvSpPr>
        <p:spPr>
          <a:xfrm>
            <a:off x="7128832" y="3647440"/>
            <a:ext cx="592604" cy="386080"/>
          </a:xfrm>
          <a:prstGeom prst="leftRightArrow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055278" y="2349044"/>
            <a:ext cx="4509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</a:rPr>
              <a:t>Zygo.MetroProXP.RemoteAccessClient.dll for C#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736" y="2926874"/>
            <a:ext cx="3052244" cy="20650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29660" y="2557542"/>
            <a:ext cx="131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C++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055278" y="2967344"/>
            <a:ext cx="131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C#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180560" y="3365807"/>
            <a:ext cx="713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Server</a:t>
            </a:r>
            <a:endParaRPr lang="ko-KR" altLang="en-US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4042180" y="3391951"/>
            <a:ext cx="713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Client</a:t>
            </a:r>
            <a:endParaRPr lang="ko-KR" altLang="en-US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6791308" y="4012009"/>
            <a:ext cx="713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Client</a:t>
            </a:r>
            <a:endParaRPr lang="ko-KR" alt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7518236" y="4014856"/>
            <a:ext cx="713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Server</a:t>
            </a:r>
            <a:endParaRPr lang="ko-KR" altLang="en-US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8856980" y="2598012"/>
            <a:ext cx="1436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MainUI.exe</a:t>
            </a:r>
            <a:endParaRPr lang="ko-KR" altLang="en-US" dirty="0"/>
          </a:p>
        </p:txBody>
      </p:sp>
      <p:sp>
        <p:nvSpPr>
          <p:cNvPr id="22" name="U자형 화살표 21"/>
          <p:cNvSpPr/>
          <p:nvPr/>
        </p:nvSpPr>
        <p:spPr>
          <a:xfrm rot="5400000">
            <a:off x="5581550" y="1501149"/>
            <a:ext cx="287219" cy="7574280"/>
          </a:xfrm>
          <a:prstGeom prst="uturnArrow">
            <a:avLst/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04774" y="5361226"/>
            <a:ext cx="2674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약 </a:t>
            </a:r>
            <a:r>
              <a:rPr lang="en-US" altLang="ko-KR" b="1" dirty="0" smtClean="0"/>
              <a:t>: 50 [</a:t>
            </a:r>
            <a:r>
              <a:rPr lang="en-US" altLang="ko-KR" b="1" dirty="0" err="1" smtClean="0"/>
              <a:t>mSec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18817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내용 개체 틀 1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5762" y="2329656"/>
            <a:ext cx="3800475" cy="334327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SSR5</a:t>
            </a:r>
            <a:r>
              <a:rPr lang="ko-KR" altLang="en-US" dirty="0" smtClean="0"/>
              <a:t>와 </a:t>
            </a:r>
            <a:r>
              <a:rPr lang="en-US" altLang="ko-KR" dirty="0" err="1" smtClean="0"/>
              <a:t>Zygo</a:t>
            </a:r>
            <a:r>
              <a:rPr lang="ko-KR" altLang="en-US" dirty="0" smtClean="0"/>
              <a:t>간 명령</a:t>
            </a:r>
            <a:r>
              <a:rPr lang="en-US" altLang="ko-KR" dirty="0" smtClean="0"/>
              <a:t>/</a:t>
            </a:r>
            <a:r>
              <a:rPr lang="ko-KR" altLang="en-US" dirty="0" smtClean="0"/>
              <a:t>응답</a:t>
            </a:r>
            <a:r>
              <a:rPr lang="en-US" altLang="ko-KR" dirty="0" smtClean="0"/>
              <a:t> </a:t>
            </a:r>
            <a:r>
              <a:rPr lang="ko-KR" altLang="en-US" dirty="0" smtClean="0"/>
              <a:t>속도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4878514" y="3294157"/>
            <a:ext cx="2406206" cy="1439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878514" y="3745261"/>
            <a:ext cx="2406206" cy="15617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878514" y="4208557"/>
            <a:ext cx="2406206" cy="15617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7196137" y="3330733"/>
            <a:ext cx="2965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127 – 95 = 32 [</a:t>
            </a:r>
            <a:r>
              <a:rPr lang="en-US" altLang="ko-KR" dirty="0" err="1" smtClean="0"/>
              <a:t>mSec</a:t>
            </a:r>
            <a:r>
              <a:rPr lang="en-US" altLang="ko-KR" dirty="0" smtClean="0"/>
              <a:t>]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196137" y="3816627"/>
            <a:ext cx="2965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189 – 127 = 65 [</a:t>
            </a:r>
            <a:r>
              <a:rPr lang="en-US" altLang="ko-KR" dirty="0" err="1" smtClean="0"/>
              <a:t>mSec</a:t>
            </a:r>
            <a:r>
              <a:rPr lang="en-US" altLang="ko-KR" dirty="0" smtClean="0"/>
              <a:t>]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081581" y="4364736"/>
            <a:ext cx="2674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약 </a:t>
            </a:r>
            <a:r>
              <a:rPr lang="en-US" altLang="ko-KR" b="1" dirty="0" smtClean="0"/>
              <a:t>: 50 [</a:t>
            </a:r>
            <a:r>
              <a:rPr lang="en-US" altLang="ko-KR" b="1" dirty="0" err="1" smtClean="0"/>
              <a:t>mSec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0792496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타입캐스트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>
                <a:latin typeface="Arial Unicode MS" panose="020B0604020202020204" pitchFamily="50" charset="-127"/>
              </a:rPr>
              <a:t>reinterpret_cast&lt;new_type&gt;(expression)</a:t>
            </a:r>
            <a:endParaRPr lang="ko-KR" altLang="ko-KR" sz="5400" dirty="0">
              <a:latin typeface="Arial" panose="020B0604020202020204" pitchFamily="34" charset="0"/>
            </a:endParaRPr>
          </a:p>
          <a:p>
            <a:r>
              <a:rPr lang="en-US" altLang="ko-KR" dirty="0" err="1"/>
              <a:t>InterlockedExchangePointer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60972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endParaRPr lang="ko-KR" altLang="en-US" dirty="0"/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ko-KR" altLang="ko-KR" dirty="0">
                <a:latin typeface="Arial Unicode MS" panose="020B0604020202020204" pitchFamily="50" charset="-127"/>
              </a:rPr>
              <a:t>reinterpret_cast&lt;new_type&gt;(expression)</a:t>
            </a:r>
            <a:endParaRPr lang="ko-KR" altLang="ko-KR" sz="5400" dirty="0">
              <a:latin typeface="Arial" panose="020B0604020202020204" pitchFamily="34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53645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 smtClean="0"/>
              <a:t>Zygo</a:t>
            </a:r>
            <a:r>
              <a:rPr lang="en-US" altLang="ko-KR" dirty="0" smtClean="0"/>
              <a:t> 3D Data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2026.02.24</a:t>
            </a:r>
          </a:p>
          <a:p>
            <a:endParaRPr lang="en-US" altLang="ko-KR" dirty="0"/>
          </a:p>
          <a:p>
            <a:r>
              <a:rPr lang="ko-KR" altLang="en-US" dirty="0" smtClean="0"/>
              <a:t>신  용  대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2279550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xyz Format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header and measurement data</a:t>
            </a:r>
          </a:p>
          <a:p>
            <a:pPr lvl="1"/>
            <a:r>
              <a:rPr lang="en-US" altLang="ko-KR" dirty="0"/>
              <a:t>The parts are separated by </a:t>
            </a:r>
            <a:r>
              <a:rPr lang="en-US" altLang="ko-KR" dirty="0" smtClean="0"/>
              <a:t>sharp </a:t>
            </a:r>
            <a:r>
              <a:rPr lang="en-US" altLang="ko-KR" dirty="0"/>
              <a:t>(#) </a:t>
            </a:r>
            <a:r>
              <a:rPr lang="en-US" altLang="ko-KR" dirty="0" smtClean="0"/>
              <a:t>character.</a:t>
            </a:r>
          </a:p>
          <a:p>
            <a:r>
              <a:rPr lang="en-US" altLang="ko-KR" b="1" dirty="0"/>
              <a:t>XYZ Pixel </a:t>
            </a:r>
            <a:r>
              <a:rPr lang="en-US" altLang="ko-KR" b="1" dirty="0" smtClean="0"/>
              <a:t>Resolution</a:t>
            </a:r>
          </a:p>
          <a:p>
            <a:r>
              <a:rPr lang="en-US" altLang="ko-KR" b="1" dirty="0"/>
              <a:t>#</a:t>
            </a:r>
            <a:endParaRPr lang="en-US" altLang="ko-KR" dirty="0" smtClean="0"/>
          </a:p>
          <a:p>
            <a:r>
              <a:rPr lang="en-US" altLang="ko-KR" b="1" dirty="0"/>
              <a:t>Phase </a:t>
            </a:r>
            <a:r>
              <a:rPr lang="en-US" altLang="ko-KR" b="1" dirty="0" smtClean="0"/>
              <a:t>Data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378212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XYZ Pixel Resolution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eighth line of the </a:t>
            </a:r>
            <a:r>
              <a:rPr lang="en-US" altLang="ko-KR" dirty="0" smtClean="0"/>
              <a:t>header</a:t>
            </a:r>
          </a:p>
          <a:p>
            <a:pPr lvl="1"/>
            <a:r>
              <a:rPr lang="en-US" altLang="ko-KR" dirty="0" err="1" smtClean="0"/>
              <a:t>CameraRes</a:t>
            </a:r>
            <a:r>
              <a:rPr lang="en-US" altLang="ko-KR" dirty="0" smtClean="0"/>
              <a:t> : meters/pixel</a:t>
            </a:r>
          </a:p>
          <a:p>
            <a:pPr lvl="1"/>
            <a:r>
              <a:rPr lang="en-US" altLang="ko-KR" dirty="0"/>
              <a:t>The horizontal </a:t>
            </a:r>
            <a:r>
              <a:rPr lang="en-US" altLang="ko-KR" dirty="0" smtClean="0"/>
              <a:t>and vertical </a:t>
            </a:r>
            <a:r>
              <a:rPr lang="en-US" altLang="ko-KR" dirty="0"/>
              <a:t>pixel resolution </a:t>
            </a:r>
            <a:r>
              <a:rPr lang="en-US" altLang="ko-KR" dirty="0" smtClean="0"/>
              <a:t>:</a:t>
            </a:r>
          </a:p>
          <a:p>
            <a:pPr lvl="2"/>
            <a:r>
              <a:rPr lang="en-US" altLang="ko-KR" dirty="0" err="1"/>
              <a:t>CameraRes</a:t>
            </a:r>
            <a:r>
              <a:rPr lang="en-US" altLang="ko-KR" dirty="0"/>
              <a:t> = </a:t>
            </a:r>
            <a:r>
              <a:rPr lang="en-US" altLang="ko-KR" dirty="0" smtClean="0"/>
              <a:t>1.81512e-005</a:t>
            </a:r>
          </a:p>
          <a:p>
            <a:pPr lvl="2"/>
            <a:r>
              <a:rPr lang="en-US" altLang="ko-KR"/>
              <a:t>To get microns (10-6 meters): (.000018512)*(1000000) = 18.512 microns.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45464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Phase Data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Each line contains three pieces of data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/>
              <a:t>column (y) , row (x) , “No Data” or measurement in microns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i="1" dirty="0" smtClean="0"/>
              <a:t>Column/Row/Height </a:t>
            </a:r>
            <a:r>
              <a:rPr lang="en-US" altLang="ko-KR" i="1" dirty="0"/>
              <a:t>Data</a:t>
            </a:r>
            <a:endParaRPr lang="en-US" altLang="ko-KR" b="1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19051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dirty="0" err="1"/>
              <a:t>Zygo</a:t>
            </a:r>
            <a:r>
              <a:rPr lang="en-US" altLang="ko-KR" dirty="0"/>
              <a:t> XYZ Data File - Format 1</a:t>
            </a:r>
          </a:p>
          <a:p>
            <a:r>
              <a:rPr lang="en-US" altLang="ko-KR" dirty="0"/>
              <a:t>0 8 0 0 "                             </a:t>
            </a:r>
            <a:r>
              <a:rPr lang="en-US" altLang="ko-KR" dirty="0" smtClean="0"/>
              <a:t>“ // </a:t>
            </a:r>
            <a:r>
              <a:rPr lang="en-US" altLang="ko-KR" dirty="0"/>
              <a:t>Minor-Version</a:t>
            </a:r>
            <a:r>
              <a:rPr lang="en-US" altLang="ko-KR" dirty="0" smtClean="0"/>
              <a:t>, Major-Version, </a:t>
            </a:r>
            <a:r>
              <a:rPr lang="en-US" altLang="ko-KR" dirty="0"/>
              <a:t>Bug-Version</a:t>
            </a:r>
            <a:r>
              <a:rPr lang="en-US" altLang="ko-KR" dirty="0" smtClean="0"/>
              <a:t>, Type</a:t>
            </a:r>
            <a:endParaRPr lang="en-US" altLang="ko-KR" dirty="0"/>
          </a:p>
          <a:p>
            <a:r>
              <a:rPr lang="en-US" altLang="ko-KR" dirty="0"/>
              <a:t>0 0 0 0 0 0</a:t>
            </a:r>
          </a:p>
          <a:p>
            <a:r>
              <a:rPr lang="en-US" altLang="ko-KR" b="1" dirty="0"/>
              <a:t>0 0 1600 </a:t>
            </a:r>
            <a:r>
              <a:rPr lang="en-US" altLang="ko-KR" b="1" dirty="0" smtClean="0"/>
              <a:t>1200 // Start-Index-Column, Start-Index-Row, Total-Columns, Total-Rows</a:t>
            </a:r>
            <a:endParaRPr lang="en-US" altLang="ko-KR" b="1" dirty="0"/>
          </a:p>
          <a:p>
            <a:r>
              <a:rPr lang="en-US" altLang="ko-KR" dirty="0"/>
              <a:t>"                                                                                 "</a:t>
            </a:r>
          </a:p>
          <a:p>
            <a:r>
              <a:rPr lang="en-US" altLang="ko-KR" dirty="0"/>
              <a:t>"                                       "</a:t>
            </a:r>
          </a:p>
          <a:p>
            <a:r>
              <a:rPr lang="en-US" altLang="ko-KR" dirty="0"/>
              <a:t>"                                       "</a:t>
            </a:r>
          </a:p>
          <a:p>
            <a:r>
              <a:rPr lang="en-US" altLang="ko-KR" dirty="0"/>
              <a:t>0 </a:t>
            </a:r>
            <a:r>
              <a:rPr lang="en-US" altLang="ko-KR" b="1" dirty="0"/>
              <a:t>0.5</a:t>
            </a:r>
            <a:r>
              <a:rPr lang="en-US" altLang="ko-KR" dirty="0"/>
              <a:t> </a:t>
            </a:r>
            <a:r>
              <a:rPr lang="en-US" altLang="ko-KR" b="1" dirty="0"/>
              <a:t>5.89549e-07</a:t>
            </a:r>
            <a:r>
              <a:rPr lang="en-US" altLang="ko-KR" dirty="0"/>
              <a:t> 0.55 1 0 </a:t>
            </a:r>
            <a:r>
              <a:rPr lang="en-US" altLang="ko-KR" b="1" dirty="0"/>
              <a:t>9.02568e-08</a:t>
            </a:r>
            <a:r>
              <a:rPr lang="en-US" altLang="ko-KR" dirty="0"/>
              <a:t> </a:t>
            </a:r>
            <a:r>
              <a:rPr lang="en-US" altLang="ko-KR" dirty="0" smtClean="0"/>
              <a:t>1763688307 // Group-Number, </a:t>
            </a:r>
            <a:r>
              <a:rPr lang="en-US" altLang="ko-KR" b="1" dirty="0" smtClean="0"/>
              <a:t>Scale</a:t>
            </a:r>
            <a:r>
              <a:rPr lang="en-US" altLang="ko-KR" dirty="0" smtClean="0"/>
              <a:t>-Factor, </a:t>
            </a:r>
            <a:r>
              <a:rPr lang="en-US" altLang="ko-KR" b="1" dirty="0" smtClean="0"/>
              <a:t>Wave-Length-Horizontal[M]</a:t>
            </a:r>
            <a:r>
              <a:rPr lang="en-US" altLang="ko-KR" dirty="0" smtClean="0"/>
              <a:t>, Aperture-Number, , , </a:t>
            </a:r>
            <a:r>
              <a:rPr lang="en-US" altLang="ko-KR" b="1" dirty="0" smtClean="0"/>
              <a:t>Resolution</a:t>
            </a:r>
            <a:r>
              <a:rPr lang="en-US" altLang="ko-KR" dirty="0" smtClean="0"/>
              <a:t>(</a:t>
            </a:r>
            <a:r>
              <a:rPr lang="en-US" altLang="ko-KR" b="1" dirty="0" smtClean="0"/>
              <a:t>Wave-Length-Vertical[M])</a:t>
            </a:r>
            <a:r>
              <a:rPr lang="en-US" altLang="ko-KR" dirty="0" smtClean="0"/>
              <a:t>, </a:t>
            </a:r>
            <a:r>
              <a:rPr lang="en-US" altLang="ko-KR" dirty="0" smtClean="0"/>
              <a:t>Time-Stamp   </a:t>
            </a:r>
            <a:endParaRPr lang="en-US" altLang="ko-KR" dirty="0"/>
          </a:p>
          <a:p>
            <a:r>
              <a:rPr lang="en-US" altLang="ko-KR" b="1" dirty="0"/>
              <a:t>1600 1200</a:t>
            </a:r>
            <a:r>
              <a:rPr lang="en-US" altLang="ko-KR" dirty="0"/>
              <a:t> 0 0 87200 0 "           </a:t>
            </a:r>
            <a:r>
              <a:rPr lang="en-US" altLang="ko-KR" dirty="0" smtClean="0"/>
              <a:t>“ // </a:t>
            </a:r>
            <a:r>
              <a:rPr lang="en-US" altLang="ko-KR" b="1" dirty="0" err="1" smtClean="0"/>
              <a:t>Camer</a:t>
            </a:r>
            <a:r>
              <a:rPr lang="en-US" altLang="ko-KR" b="1" dirty="0" smtClean="0"/>
              <a:t>-Width, Camera-Height</a:t>
            </a:r>
            <a:r>
              <a:rPr lang="en-US" altLang="ko-KR" dirty="0" smtClean="0"/>
              <a:t>,  ,  , System-Serial-Number, </a:t>
            </a:r>
            <a:endParaRPr lang="en-US" altLang="ko-KR" dirty="0"/>
          </a:p>
          <a:p>
            <a:r>
              <a:rPr lang="en-US" altLang="ko-KR" dirty="0"/>
              <a:t>0 0 0 0 0 0 0 73.93 0 </a:t>
            </a:r>
            <a:r>
              <a:rPr lang="en-US" altLang="ko-KR" dirty="0" smtClean="0"/>
              <a:t>0 // , , , , , , , Light-Level-Percent, , </a:t>
            </a:r>
            <a:endParaRPr lang="en-US" altLang="ko-KR" dirty="0"/>
          </a:p>
          <a:p>
            <a:r>
              <a:rPr lang="en-US" altLang="ko-KR" dirty="0"/>
              <a:t>1 1 0 0 0 0 0 0 0</a:t>
            </a:r>
          </a:p>
          <a:p>
            <a:r>
              <a:rPr lang="en-US" altLang="ko-KR" dirty="0"/>
              <a:t>0 "                           "</a:t>
            </a:r>
          </a:p>
          <a:p>
            <a:r>
              <a:rPr lang="en-US" altLang="ko-KR" dirty="0"/>
              <a:t>1 0</a:t>
            </a:r>
          </a:p>
          <a:p>
            <a:r>
              <a:rPr lang="en-US" altLang="ko-KR" dirty="0"/>
              <a:t>#</a:t>
            </a:r>
          </a:p>
          <a:p>
            <a:r>
              <a:rPr lang="en-US" altLang="ko-KR" dirty="0"/>
              <a:t>0 0 16.41225</a:t>
            </a:r>
          </a:p>
          <a:p>
            <a:r>
              <a:rPr lang="en-US" altLang="ko-KR" dirty="0"/>
              <a:t>1 0 16.345756</a:t>
            </a:r>
          </a:p>
          <a:p>
            <a:r>
              <a:rPr lang="en-US" altLang="ko-KR" dirty="0"/>
              <a:t>2 0 16.308048</a:t>
            </a:r>
          </a:p>
          <a:p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.</a:t>
            </a:r>
          </a:p>
          <a:p>
            <a:r>
              <a:rPr lang="en-US" altLang="ko-KR" dirty="0"/>
              <a:t>1598 1199 15.255566</a:t>
            </a:r>
          </a:p>
          <a:p>
            <a:r>
              <a:rPr lang="en-US" altLang="ko-KR" dirty="0"/>
              <a:t>1599 1199 15.255357</a:t>
            </a:r>
          </a:p>
          <a:p>
            <a:r>
              <a:rPr lang="en-US" altLang="ko-KR" dirty="0"/>
              <a:t>#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68085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ASCII</a:t>
            </a:r>
            <a:r>
              <a:rPr lang="ko-KR" altLang="en-US" dirty="0" smtClean="0"/>
              <a:t>파일</a:t>
            </a:r>
            <a:r>
              <a:rPr lang="en-US" altLang="ko-KR" dirty="0" smtClean="0"/>
              <a:t>(.xyz)</a:t>
            </a:r>
            <a:r>
              <a:rPr lang="ko-KR" altLang="en-US" dirty="0" smtClean="0"/>
              <a:t> 구조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3586836" cy="435133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213" y="1690688"/>
            <a:ext cx="5820587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67741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Datx</a:t>
            </a:r>
            <a:r>
              <a:rPr lang="en-US" altLang="ko-KR" dirty="0" smtClean="0"/>
              <a:t> File</a:t>
            </a:r>
            <a:r>
              <a:rPr lang="ko-KR" altLang="en-US" dirty="0" smtClean="0"/>
              <a:t>이란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.DATX </a:t>
            </a:r>
            <a:r>
              <a:rPr lang="ko-KR" altLang="en-US" dirty="0"/>
              <a:t>파일은 </a:t>
            </a:r>
            <a:r>
              <a:rPr lang="ko-KR" altLang="en-US" dirty="0" smtClean="0"/>
              <a:t>주로 과학</a:t>
            </a:r>
            <a:r>
              <a:rPr lang="en-US" altLang="ko-KR" dirty="0"/>
              <a:t>, </a:t>
            </a:r>
            <a:r>
              <a:rPr lang="ko-KR" altLang="en-US" dirty="0"/>
              <a:t>공학 또는 측정 데이터 수집에 사용되는 </a:t>
            </a:r>
            <a:r>
              <a:rPr lang="ko-KR" altLang="en-US" b="1" dirty="0">
                <a:solidFill>
                  <a:srgbClr val="FF0000"/>
                </a:solidFill>
              </a:rPr>
              <a:t>바이너리 데이터 저장 </a:t>
            </a:r>
            <a:r>
              <a:rPr lang="ko-KR" altLang="en-US" b="1" dirty="0" smtClean="0">
                <a:solidFill>
                  <a:srgbClr val="FF0000"/>
                </a:solidFill>
              </a:rPr>
              <a:t>파일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dirty="0" smtClean="0"/>
              <a:t>특히</a:t>
            </a:r>
            <a:r>
              <a:rPr lang="ko-KR" altLang="en-US" dirty="0"/>
              <a:t> </a:t>
            </a:r>
            <a:r>
              <a:rPr lang="en-US" altLang="ko-KR" dirty="0" err="1">
                <a:hlinkClick r:id="rId2"/>
              </a:rPr>
              <a:t>DSPCon</a:t>
            </a:r>
            <a:r>
              <a:rPr lang="ko-KR" altLang="en-US" dirty="0"/>
              <a:t> 과 </a:t>
            </a:r>
            <a:r>
              <a:rPr lang="en-US" altLang="ko-KR" dirty="0" err="1">
                <a:hlinkClick r:id="rId3"/>
              </a:rPr>
              <a:t>activPAL</a:t>
            </a:r>
            <a:r>
              <a:rPr lang="ko-KR" altLang="en-US" dirty="0"/>
              <a:t> 에서 많이 사용됩니다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r>
              <a:rPr lang="ko-KR" altLang="en-US" dirty="0" smtClean="0"/>
              <a:t>이러한 </a:t>
            </a:r>
            <a:r>
              <a:rPr lang="ko-KR" altLang="en-US" dirty="0"/>
              <a:t>파일에는 </a:t>
            </a:r>
            <a:r>
              <a:rPr lang="ko-KR" altLang="en-US" b="1" dirty="0"/>
              <a:t>채널 이름 </a:t>
            </a:r>
            <a:r>
              <a:rPr lang="ko-KR" altLang="en-US" dirty="0"/>
              <a:t>및 </a:t>
            </a:r>
            <a:r>
              <a:rPr lang="ko-KR" altLang="en-US" b="1" dirty="0"/>
              <a:t>단위</a:t>
            </a:r>
            <a:r>
              <a:rPr lang="ko-KR" altLang="en-US" dirty="0"/>
              <a:t>와 같은 메타데이터를 포함하는 </a:t>
            </a:r>
            <a:r>
              <a:rPr lang="ko-KR" altLang="en-US" b="1" dirty="0"/>
              <a:t>대규모 자체 문서화 데이터 세트</a:t>
            </a:r>
            <a:r>
              <a:rPr lang="ko-KR" altLang="en-US" dirty="0"/>
              <a:t>가 포함되는 경우가 많습니다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r>
              <a:rPr lang="ko-KR" altLang="en-US" dirty="0" smtClean="0"/>
              <a:t>일반적인 </a:t>
            </a:r>
            <a:r>
              <a:rPr lang="ko-KR" altLang="en-US" dirty="0"/>
              <a:t>사용 사례로는 </a:t>
            </a:r>
            <a:r>
              <a:rPr lang="en-US" altLang="ko-KR" dirty="0" err="1">
                <a:hlinkClick r:id="rId4"/>
              </a:rPr>
              <a:t>Zygo</a:t>
            </a:r>
            <a:r>
              <a:rPr lang="en-US" altLang="ko-KR" dirty="0">
                <a:hlinkClick r:id="rId4"/>
              </a:rPr>
              <a:t> </a:t>
            </a:r>
            <a:r>
              <a:rPr lang="ko-KR" altLang="en-US" dirty="0">
                <a:hlinkClick r:id="rId4"/>
              </a:rPr>
              <a:t>계측 </a:t>
            </a:r>
            <a:r>
              <a:rPr lang="en-US" altLang="ko-KR" dirty="0">
                <a:hlinkClick r:id="rId4"/>
              </a:rPr>
              <a:t>3D </a:t>
            </a:r>
            <a:r>
              <a:rPr lang="ko-KR" altLang="en-US" dirty="0">
                <a:hlinkClick r:id="rId4"/>
              </a:rPr>
              <a:t>데이터</a:t>
            </a:r>
            <a:r>
              <a:rPr lang="ko-KR" altLang="en-US" dirty="0"/>
              <a:t> </a:t>
            </a:r>
            <a:r>
              <a:rPr lang="en-US" altLang="ko-KR" dirty="0"/>
              <a:t>, </a:t>
            </a:r>
            <a:r>
              <a:rPr lang="en-US" altLang="ko-KR" dirty="0" err="1">
                <a:hlinkClick r:id="rId5"/>
              </a:rPr>
              <a:t>DewesoftX</a:t>
            </a:r>
            <a:r>
              <a:rPr lang="en-US" altLang="ko-KR" dirty="0">
                <a:hlinkClick r:id="rId5"/>
              </a:rPr>
              <a:t> </a:t>
            </a:r>
            <a:r>
              <a:rPr lang="ko-KR" altLang="en-US" dirty="0">
                <a:hlinkClick r:id="rId5"/>
              </a:rPr>
              <a:t>분석</a:t>
            </a:r>
            <a:r>
              <a:rPr lang="ko-KR" altLang="en-US" dirty="0"/>
              <a:t> 및 </a:t>
            </a:r>
            <a:r>
              <a:rPr lang="en-US" altLang="ko-KR" dirty="0" err="1">
                <a:hlinkClick r:id="rId6"/>
              </a:rPr>
              <a:t>Biotage</a:t>
            </a:r>
            <a:r>
              <a:rPr lang="en-US" altLang="ko-KR" dirty="0">
                <a:hlinkClick r:id="rId6"/>
              </a:rPr>
              <a:t> </a:t>
            </a:r>
            <a:r>
              <a:rPr lang="en-US" altLang="ko-KR" dirty="0" err="1">
                <a:hlinkClick r:id="rId6"/>
              </a:rPr>
              <a:t>Isolera</a:t>
            </a:r>
            <a:r>
              <a:rPr lang="en-US" altLang="ko-KR" dirty="0">
                <a:hlinkClick r:id="rId6"/>
              </a:rPr>
              <a:t> </a:t>
            </a:r>
            <a:r>
              <a:rPr lang="ko-KR" altLang="en-US" dirty="0">
                <a:hlinkClick r:id="rId6"/>
              </a:rPr>
              <a:t>화학 로그 등이</a:t>
            </a:r>
            <a:r>
              <a:rPr lang="ko-KR" altLang="en-US" dirty="0"/>
              <a:t> 있습니다 </a:t>
            </a:r>
            <a:r>
              <a:rPr lang="en-US" altLang="ko-KR" dirty="0"/>
              <a:t>.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982420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Datx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목적</a:t>
            </a:r>
            <a:r>
              <a:rPr lang="en-US" altLang="ko-KR" b="1" dirty="0"/>
              <a:t>:</a:t>
            </a:r>
            <a:r>
              <a:rPr lang="ko-KR" altLang="en-US" dirty="0"/>
              <a:t>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이 </a:t>
            </a:r>
            <a:r>
              <a:rPr lang="ko-KR" altLang="en-US" dirty="0"/>
              <a:t>파일들은 후처리 및 분석을 위한 가공되지 않은 원본 데이터를 </a:t>
            </a:r>
            <a:r>
              <a:rPr lang="ko-KR" altLang="en-US" dirty="0" smtClean="0"/>
              <a:t>저장</a:t>
            </a:r>
            <a:endParaRPr lang="en-US" altLang="ko-KR" dirty="0" smtClean="0"/>
          </a:p>
          <a:p>
            <a:r>
              <a:rPr lang="ko-KR" altLang="en-US" b="1" dirty="0"/>
              <a:t>호환성</a:t>
            </a:r>
            <a:r>
              <a:rPr lang="en-US" altLang="ko-KR" b="1" dirty="0" smtClean="0"/>
              <a:t>:</a:t>
            </a:r>
          </a:p>
          <a:p>
            <a:pPr lvl="1"/>
            <a:r>
              <a:rPr lang="ko-KR" altLang="en-US" dirty="0" smtClean="0"/>
              <a:t>특정 소프트웨어에서만 지원</a:t>
            </a:r>
            <a:endParaRPr lang="en-US" altLang="ko-KR" dirty="0" smtClean="0"/>
          </a:p>
          <a:p>
            <a:pPr lvl="2"/>
            <a:r>
              <a:rPr lang="en-US" altLang="ko-KR" b="1" dirty="0" err="1"/>
              <a:t>Zygo</a:t>
            </a:r>
            <a:r>
              <a:rPr lang="en-US" altLang="ko-KR" b="1" dirty="0"/>
              <a:t> </a:t>
            </a:r>
            <a:r>
              <a:rPr lang="en-US" altLang="ko-KR" b="1" dirty="0" err="1"/>
              <a:t>Mx</a:t>
            </a:r>
            <a:r>
              <a:rPr lang="en-US" altLang="ko-KR" dirty="0"/>
              <a:t>, APEX, MATLAB(h5read</a:t>
            </a:r>
            <a:r>
              <a:rPr lang="ko-KR" altLang="en-US" dirty="0"/>
              <a:t>를 통해</a:t>
            </a:r>
            <a:r>
              <a:rPr lang="en-US" altLang="ko-KR" dirty="0"/>
              <a:t>), </a:t>
            </a:r>
            <a:r>
              <a:rPr lang="en-US" altLang="ko-KR" dirty="0" err="1" smtClean="0"/>
              <a:t>PALanalysis</a:t>
            </a:r>
            <a:r>
              <a:rPr lang="en-US" altLang="ko-KR" dirty="0" smtClean="0"/>
              <a:t>, …</a:t>
            </a:r>
          </a:p>
          <a:p>
            <a:r>
              <a:rPr lang="ko-KR" altLang="en-US" b="1" dirty="0"/>
              <a:t>구조</a:t>
            </a:r>
            <a:r>
              <a:rPr lang="en-US" altLang="ko-KR" b="1" dirty="0" smtClean="0"/>
              <a:t>:</a:t>
            </a:r>
          </a:p>
          <a:p>
            <a:pPr lvl="1"/>
            <a:r>
              <a:rPr lang="en-US" altLang="ko-KR" b="1" dirty="0">
                <a:solidFill>
                  <a:srgbClr val="FF0000"/>
                </a:solidFill>
              </a:rPr>
              <a:t>HDF5 </a:t>
            </a:r>
            <a:r>
              <a:rPr lang="ko-KR" altLang="en-US" b="1" dirty="0"/>
              <a:t>기반</a:t>
            </a:r>
            <a:r>
              <a:rPr lang="ko-KR" altLang="en-US" dirty="0"/>
              <a:t>이거나 독자적인 바이너리 형식</a:t>
            </a:r>
          </a:p>
        </p:txBody>
      </p:sp>
    </p:spTree>
    <p:extLst>
      <p:ext uri="{BB962C8B-B14F-4D97-AF65-F5344CB8AC3E}">
        <p14:creationId xmlns:p14="http://schemas.microsoft.com/office/powerpoint/2010/main" val="24738439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HDF5 (</a:t>
            </a:r>
            <a:r>
              <a:rPr lang="en-US" altLang="ko-KR" dirty="0"/>
              <a:t> Hierarchical Data </a:t>
            </a:r>
            <a:r>
              <a:rPr lang="en-US" altLang="ko-KR" dirty="0" smtClean="0"/>
              <a:t>Format)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그룹</a:t>
            </a:r>
            <a:r>
              <a:rPr lang="en-US" altLang="ko-KR" dirty="0"/>
              <a:t>(</a:t>
            </a:r>
            <a:r>
              <a:rPr lang="en-US" altLang="ko-KR" b="1" dirty="0"/>
              <a:t>Group</a:t>
            </a:r>
            <a:r>
              <a:rPr lang="en-US" altLang="ko-KR" dirty="0"/>
              <a:t>), </a:t>
            </a:r>
            <a:r>
              <a:rPr lang="ko-KR" altLang="en-US" dirty="0" err="1"/>
              <a:t>데이터셋</a:t>
            </a:r>
            <a:r>
              <a:rPr lang="en-US" altLang="ko-KR" dirty="0"/>
              <a:t>(</a:t>
            </a:r>
            <a:r>
              <a:rPr lang="en-US" altLang="ko-KR" b="1" dirty="0"/>
              <a:t>Dataset</a:t>
            </a:r>
            <a:r>
              <a:rPr lang="en-US" altLang="ko-KR" dirty="0"/>
              <a:t>), </a:t>
            </a:r>
            <a:r>
              <a:rPr lang="ko-KR" altLang="en-US" dirty="0"/>
              <a:t>속성</a:t>
            </a:r>
            <a:r>
              <a:rPr lang="en-US" altLang="ko-KR" dirty="0"/>
              <a:t>(</a:t>
            </a:r>
            <a:r>
              <a:rPr lang="en-US" altLang="ko-KR" b="1" dirty="0"/>
              <a:t>attribute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/>
              <a:t>그룹</a:t>
            </a:r>
            <a:r>
              <a:rPr lang="en-US" altLang="ko-KR" dirty="0"/>
              <a:t>=</a:t>
            </a:r>
            <a:r>
              <a:rPr lang="ko-KR" altLang="en-US" dirty="0" err="1"/>
              <a:t>디렉토리</a:t>
            </a:r>
            <a:r>
              <a:rPr lang="en-US" altLang="ko-KR" dirty="0"/>
              <a:t>, </a:t>
            </a:r>
            <a:r>
              <a:rPr lang="ko-KR" altLang="en-US" dirty="0" err="1"/>
              <a:t>데이터셋</a:t>
            </a:r>
            <a:r>
              <a:rPr lang="en-US" altLang="ko-KR" dirty="0"/>
              <a:t>=</a:t>
            </a:r>
            <a:r>
              <a:rPr lang="ko-KR" altLang="en-US" dirty="0" smtClean="0"/>
              <a:t>파일</a:t>
            </a:r>
            <a:endParaRPr lang="en-US" altLang="ko-KR" dirty="0" smtClean="0"/>
          </a:p>
          <a:p>
            <a:pPr lvl="1"/>
            <a:r>
              <a:rPr lang="ko-KR" altLang="en-US" dirty="0"/>
              <a:t>속성은 사용자가 </a:t>
            </a:r>
            <a:r>
              <a:rPr lang="ko-KR" altLang="en-US" dirty="0" smtClean="0"/>
              <a:t>정의하는 일종의 메타데이터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그룹이나 </a:t>
            </a:r>
            <a:r>
              <a:rPr lang="ko-KR" altLang="en-US" dirty="0" err="1"/>
              <a:t>데이터셋을</a:t>
            </a:r>
            <a:r>
              <a:rPr lang="ko-KR" altLang="en-US" dirty="0"/>
              <a:t> 부연 </a:t>
            </a:r>
            <a:r>
              <a:rPr lang="ko-KR" altLang="en-US" dirty="0" smtClean="0"/>
              <a:t>설명함</a:t>
            </a:r>
            <a:endParaRPr lang="en-US" altLang="ko-KR" dirty="0" smtClean="0"/>
          </a:p>
          <a:p>
            <a:r>
              <a:rPr lang="ko-KR" altLang="en-US" dirty="0"/>
              <a:t>운영체계와 </a:t>
            </a:r>
            <a:r>
              <a:rPr lang="ko-KR" altLang="en-US" dirty="0" smtClean="0"/>
              <a:t>무관</a:t>
            </a:r>
            <a:endParaRPr lang="en-US" altLang="ko-KR" dirty="0" smtClean="0"/>
          </a:p>
          <a:p>
            <a:r>
              <a:rPr lang="ko-KR" altLang="en-US" dirty="0" smtClean="0"/>
              <a:t>대용량 </a:t>
            </a:r>
            <a:r>
              <a:rPr lang="ko-KR" altLang="en-US" dirty="0"/>
              <a:t>데이터를 빠르게 읽고 쓸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71323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HDF5 </a:t>
            </a:r>
            <a:r>
              <a:rPr lang="ko-KR" altLang="en-US" dirty="0" smtClean="0"/>
              <a:t>간단한 예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199" y="1825625"/>
            <a:ext cx="582729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# </a:t>
            </a:r>
            <a:r>
              <a:rPr lang="en-US" altLang="ko-KR" sz="1400" dirty="0" smtClean="0"/>
              <a:t>write</a:t>
            </a:r>
          </a:p>
          <a:p>
            <a:endParaRPr lang="en-US" altLang="ko-KR" sz="1400" dirty="0" smtClean="0"/>
          </a:p>
          <a:p>
            <a:r>
              <a:rPr lang="en-US" altLang="ko-KR" sz="1400" dirty="0"/>
              <a:t>f = h5py.File('weather.hdf5','w')  # 'a'</a:t>
            </a:r>
          </a:p>
          <a:p>
            <a:r>
              <a:rPr lang="en-US" altLang="ko-KR" sz="1400" dirty="0" err="1"/>
              <a:t>f.attrs</a:t>
            </a:r>
            <a:r>
              <a:rPr lang="en-US" altLang="ko-KR" sz="1400" dirty="0"/>
              <a:t>['</a:t>
            </a:r>
            <a:r>
              <a:rPr lang="en-US" altLang="ko-KR" sz="1400" dirty="0" err="1"/>
              <a:t>descr</a:t>
            </a:r>
            <a:r>
              <a:rPr lang="en-US" altLang="ko-KR" sz="1400" dirty="0"/>
              <a:t>'] = 'Temperature and wind data at HK mall'</a:t>
            </a:r>
          </a:p>
          <a:p>
            <a:endParaRPr lang="en-US" altLang="ko-KR" sz="1400" dirty="0"/>
          </a:p>
          <a:p>
            <a:r>
              <a:rPr lang="en-US" altLang="ko-KR" sz="1400" dirty="0"/>
              <a:t>f['/15/temperature'] = temperature15</a:t>
            </a:r>
          </a:p>
          <a:p>
            <a:r>
              <a:rPr lang="en-US" altLang="ko-KR" sz="1400" dirty="0"/>
              <a:t>f['/15/temperature'].</a:t>
            </a:r>
            <a:r>
              <a:rPr lang="en-US" altLang="ko-KR" sz="1400" dirty="0" err="1"/>
              <a:t>attrs</a:t>
            </a:r>
            <a:r>
              <a:rPr lang="en-US" altLang="ko-KR" sz="1400" dirty="0"/>
              <a:t>['</a:t>
            </a:r>
            <a:r>
              <a:rPr lang="en-US" altLang="ko-KR" sz="1400" dirty="0" err="1"/>
              <a:t>dt</a:t>
            </a:r>
            <a:r>
              <a:rPr lang="en-US" altLang="ko-KR" sz="1400" dirty="0"/>
              <a:t>'] = 10.0</a:t>
            </a:r>
          </a:p>
          <a:p>
            <a:r>
              <a:rPr lang="en-US" altLang="ko-KR" sz="1400" dirty="0"/>
              <a:t>f['/15/temperature'].</a:t>
            </a:r>
            <a:r>
              <a:rPr lang="en-US" altLang="ko-KR" sz="1400" dirty="0" err="1"/>
              <a:t>attrs</a:t>
            </a:r>
            <a:r>
              <a:rPr lang="en-US" altLang="ko-KR" sz="1400" dirty="0"/>
              <a:t>['</a:t>
            </a:r>
            <a:r>
              <a:rPr lang="en-US" altLang="ko-KR" sz="1400" dirty="0" err="1"/>
              <a:t>start_time</a:t>
            </a:r>
            <a:r>
              <a:rPr lang="en-US" altLang="ko-KR" sz="1400" dirty="0"/>
              <a:t>'] = 1375204299</a:t>
            </a:r>
          </a:p>
          <a:p>
            <a:r>
              <a:rPr lang="en-US" altLang="ko-KR" sz="1400" dirty="0"/>
              <a:t>f['/15/wind'] = wind15</a:t>
            </a:r>
          </a:p>
          <a:p>
            <a:r>
              <a:rPr lang="en-US" altLang="ko-KR" sz="1400" dirty="0"/>
              <a:t>f['/15/wind'].</a:t>
            </a:r>
            <a:r>
              <a:rPr lang="en-US" altLang="ko-KR" sz="1400" dirty="0" err="1"/>
              <a:t>attrs</a:t>
            </a:r>
            <a:r>
              <a:rPr lang="en-US" altLang="ko-KR" sz="1400" dirty="0"/>
              <a:t>['</a:t>
            </a:r>
            <a:r>
              <a:rPr lang="en-US" altLang="ko-KR" sz="1400" dirty="0" err="1"/>
              <a:t>dt</a:t>
            </a:r>
            <a:r>
              <a:rPr lang="en-US" altLang="ko-KR" sz="1400" dirty="0"/>
              <a:t>'] = 5.0</a:t>
            </a:r>
          </a:p>
          <a:p>
            <a:endParaRPr lang="en-US" altLang="ko-KR" sz="1400" dirty="0"/>
          </a:p>
          <a:p>
            <a:r>
              <a:rPr lang="en-US" altLang="ko-KR" sz="1400" dirty="0"/>
              <a:t>f['/20/temperature'] = temperature20</a:t>
            </a:r>
          </a:p>
          <a:p>
            <a:r>
              <a:rPr lang="en-US" altLang="ko-KR" sz="1400" dirty="0"/>
              <a:t>f['/20/temperature'].</a:t>
            </a:r>
            <a:r>
              <a:rPr lang="en-US" altLang="ko-KR" sz="1400" dirty="0" err="1"/>
              <a:t>attrs</a:t>
            </a:r>
            <a:r>
              <a:rPr lang="en-US" altLang="ko-KR" sz="1400" dirty="0"/>
              <a:t>['</a:t>
            </a:r>
            <a:r>
              <a:rPr lang="en-US" altLang="ko-KR" sz="1400" dirty="0" err="1"/>
              <a:t>dt</a:t>
            </a:r>
            <a:r>
              <a:rPr lang="en-US" altLang="ko-KR" sz="1400" dirty="0"/>
              <a:t>'] = 10.0</a:t>
            </a:r>
          </a:p>
          <a:p>
            <a:r>
              <a:rPr lang="en-US" altLang="ko-KR" sz="1400" dirty="0"/>
              <a:t>f['/20/temperature'].</a:t>
            </a:r>
            <a:r>
              <a:rPr lang="en-US" altLang="ko-KR" sz="1400" dirty="0" err="1"/>
              <a:t>attrs</a:t>
            </a:r>
            <a:r>
              <a:rPr lang="en-US" altLang="ko-KR" sz="1400" dirty="0"/>
              <a:t>['</a:t>
            </a:r>
            <a:r>
              <a:rPr lang="en-US" altLang="ko-KR" sz="1400" dirty="0" err="1"/>
              <a:t>start_time</a:t>
            </a:r>
            <a:r>
              <a:rPr lang="en-US" altLang="ko-KR" sz="1400" dirty="0"/>
              <a:t>'] = 1375204299</a:t>
            </a:r>
          </a:p>
          <a:p>
            <a:r>
              <a:rPr lang="en-US" altLang="ko-KR" sz="1400" dirty="0"/>
              <a:t>f['/20/wind'] = wind20</a:t>
            </a:r>
          </a:p>
          <a:p>
            <a:r>
              <a:rPr lang="en-US" altLang="ko-KR" sz="1400" dirty="0"/>
              <a:t>f['/20/wind'].</a:t>
            </a:r>
            <a:r>
              <a:rPr lang="en-US" altLang="ko-KR" sz="1400" dirty="0" err="1"/>
              <a:t>attrs</a:t>
            </a:r>
            <a:r>
              <a:rPr lang="en-US" altLang="ko-KR" sz="1400" dirty="0"/>
              <a:t>['</a:t>
            </a:r>
            <a:r>
              <a:rPr lang="en-US" altLang="ko-KR" sz="1400" dirty="0" err="1"/>
              <a:t>dt</a:t>
            </a:r>
            <a:r>
              <a:rPr lang="en-US" altLang="ko-KR" sz="1400" dirty="0"/>
              <a:t>'] = 5.0</a:t>
            </a:r>
          </a:p>
          <a:p>
            <a:endParaRPr lang="en-US" altLang="ko-KR" sz="1400" dirty="0"/>
          </a:p>
          <a:p>
            <a:r>
              <a:rPr lang="en-US" altLang="ko-KR" sz="1400" dirty="0" err="1"/>
              <a:t>f.close</a:t>
            </a:r>
            <a:r>
              <a:rPr lang="en-US" altLang="ko-KR" sz="1400" dirty="0"/>
              <a:t>()</a:t>
            </a:r>
            <a:br>
              <a:rPr lang="en-US" altLang="ko-KR" sz="1400" dirty="0"/>
            </a:br>
            <a:endParaRPr lang="ko-KR" altLang="en-US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6789821" y="1825625"/>
            <a:ext cx="404261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# read</a:t>
            </a: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en-US" altLang="ko-KR" sz="1400" dirty="0"/>
              <a:t>f = h5py.File('weather.hdf5','r')</a:t>
            </a:r>
          </a:p>
          <a:p>
            <a:r>
              <a:rPr lang="en-US" altLang="ko-KR" sz="1400" dirty="0"/>
              <a:t>temp = f['15/temperature'][:]</a:t>
            </a:r>
          </a:p>
          <a:p>
            <a:r>
              <a:rPr lang="en-US" altLang="ko-KR" sz="1400" dirty="0" err="1"/>
              <a:t>dt</a:t>
            </a:r>
            <a:r>
              <a:rPr lang="en-US" altLang="ko-KR" sz="1400" dirty="0"/>
              <a:t> = f['15/temperature'].</a:t>
            </a:r>
            <a:r>
              <a:rPr lang="en-US" altLang="ko-KR" sz="1400" dirty="0" err="1"/>
              <a:t>attrs</a:t>
            </a:r>
            <a:r>
              <a:rPr lang="en-US" altLang="ko-KR" sz="1400" dirty="0"/>
              <a:t>['</a:t>
            </a:r>
            <a:r>
              <a:rPr lang="en-US" altLang="ko-KR" sz="1400" dirty="0" err="1"/>
              <a:t>dt</a:t>
            </a:r>
            <a:r>
              <a:rPr lang="en-US" altLang="ko-KR" sz="1400" dirty="0"/>
              <a:t>']</a:t>
            </a:r>
          </a:p>
          <a:p>
            <a:r>
              <a:rPr lang="en-US" altLang="ko-KR" sz="1400" dirty="0" err="1"/>
              <a:t>f.close</a:t>
            </a:r>
            <a:r>
              <a:rPr lang="en-US" altLang="ko-KR" sz="1400" dirty="0"/>
              <a:t>()</a:t>
            </a:r>
            <a:br>
              <a:rPr lang="en-US" altLang="ko-KR" sz="1400" dirty="0"/>
            </a:b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3118675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Zygo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datx</a:t>
            </a:r>
            <a:r>
              <a:rPr lang="en-US" altLang="ko-KR" dirty="0" smtClean="0"/>
              <a:t> format</a:t>
            </a:r>
            <a:endParaRPr lang="ko-KR" altLang="en-US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4720389" y="1825625"/>
            <a:ext cx="37578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 dirty="0" smtClean="0"/>
          </a:p>
          <a:p>
            <a:pPr lvl="1"/>
            <a:endParaRPr lang="en-US" altLang="ko-KR" dirty="0" smtClean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199" y="1825625"/>
            <a:ext cx="6360043" cy="4351338"/>
          </a:xfrm>
        </p:spPr>
        <p:txBody>
          <a:bodyPr>
            <a:normAutofit fontScale="40000" lnSpcReduction="20000"/>
          </a:bodyPr>
          <a:lstStyle/>
          <a:p>
            <a:r>
              <a:rPr lang="en-US" altLang="ko-KR" b="1" dirty="0" smtClean="0"/>
              <a:t>Group</a:t>
            </a:r>
            <a:r>
              <a:rPr lang="en-US" altLang="ko-KR" dirty="0" smtClean="0"/>
              <a:t> “/”</a:t>
            </a:r>
          </a:p>
          <a:p>
            <a:pPr lvl="1"/>
            <a:r>
              <a:rPr lang="en-US" altLang="ko-KR" b="1" dirty="0" smtClean="0"/>
              <a:t>Group</a:t>
            </a:r>
            <a:r>
              <a:rPr lang="en-US" altLang="ko-KR" dirty="0" smtClean="0"/>
              <a:t> “Attributes”</a:t>
            </a:r>
          </a:p>
          <a:p>
            <a:pPr lvl="2"/>
            <a:r>
              <a:rPr lang="en-US" altLang="ko-KR" b="1" dirty="0" smtClean="0"/>
              <a:t>ATTRIBUTE</a:t>
            </a:r>
          </a:p>
          <a:p>
            <a:pPr lvl="3"/>
            <a:r>
              <a:rPr lang="en-US" altLang="ko-KR" dirty="0" smtClean="0"/>
              <a:t>DATATYPE</a:t>
            </a:r>
          </a:p>
          <a:p>
            <a:pPr lvl="3"/>
            <a:r>
              <a:rPr lang="en-US" altLang="ko-KR" dirty="0" smtClean="0"/>
              <a:t>DATASPACE</a:t>
            </a:r>
          </a:p>
          <a:p>
            <a:pPr lvl="3"/>
            <a:r>
              <a:rPr lang="en-US" altLang="ko-KR" dirty="0" smtClean="0"/>
              <a:t>DATA</a:t>
            </a:r>
          </a:p>
          <a:p>
            <a:pPr lvl="2"/>
            <a:r>
              <a:rPr lang="en-US" altLang="ko-KR" b="1" dirty="0" smtClean="0"/>
              <a:t>Group</a:t>
            </a:r>
            <a:r>
              <a:rPr lang="en-US" altLang="ko-KR" dirty="0" smtClean="0"/>
              <a:t> “System”</a:t>
            </a:r>
          </a:p>
          <a:p>
            <a:pPr lvl="2"/>
            <a:r>
              <a:rPr lang="en-US" altLang="ko-KR" b="1" dirty="0" smtClean="0"/>
              <a:t>Group</a:t>
            </a:r>
            <a:r>
              <a:rPr lang="en-US" altLang="ko-KR" dirty="0"/>
              <a:t> “</a:t>
            </a:r>
            <a:r>
              <a:rPr lang="en-US" altLang="ko-KR" sz="1000" dirty="0"/>
              <a:t>FF8DF542-85D8-439E-B5A7-E21AFAEABA8E</a:t>
            </a:r>
            <a:r>
              <a:rPr lang="en-US" altLang="ko-KR" dirty="0"/>
              <a:t>”</a:t>
            </a:r>
            <a:endParaRPr lang="en-US" altLang="ko-KR" dirty="0" smtClean="0"/>
          </a:p>
          <a:p>
            <a:pPr lvl="3"/>
            <a:r>
              <a:rPr lang="en-US" altLang="ko-KR" b="1" dirty="0"/>
              <a:t>ATTRIBUTE </a:t>
            </a:r>
            <a:r>
              <a:rPr lang="en-US" altLang="ko-KR" sz="1300" dirty="0"/>
              <a:t>"Data </a:t>
            </a:r>
            <a:r>
              <a:rPr lang="en-US" altLang="ko-KR" sz="1300" dirty="0" err="1"/>
              <a:t>Context.Data</a:t>
            </a:r>
            <a:r>
              <a:rPr lang="en-US" altLang="ko-KR" sz="1300" dirty="0"/>
              <a:t> </a:t>
            </a:r>
            <a:r>
              <a:rPr lang="en-US" altLang="ko-KR" sz="1300" dirty="0" err="1"/>
              <a:t>Attributes.AGC</a:t>
            </a:r>
            <a:r>
              <a:rPr lang="en-US" altLang="ko-KR" sz="1300" dirty="0"/>
              <a:t>"</a:t>
            </a:r>
          </a:p>
          <a:p>
            <a:pPr lvl="4"/>
            <a:r>
              <a:rPr lang="en-US" altLang="ko-KR" dirty="0"/>
              <a:t>DATATYPE</a:t>
            </a:r>
          </a:p>
          <a:p>
            <a:pPr lvl="4"/>
            <a:r>
              <a:rPr lang="en-US" altLang="ko-KR" dirty="0" smtClean="0"/>
              <a:t>DATASPACE</a:t>
            </a:r>
          </a:p>
          <a:p>
            <a:pPr lvl="4"/>
            <a:r>
              <a:rPr lang="en-US" altLang="ko-KR" dirty="0" smtClean="0"/>
              <a:t>DATA</a:t>
            </a:r>
          </a:p>
          <a:p>
            <a:pPr lvl="3"/>
            <a:r>
              <a:rPr lang="en-US" altLang="ko-KR" b="1" dirty="0" smtClean="0"/>
              <a:t>ATTRIBUTE</a:t>
            </a:r>
            <a:r>
              <a:rPr lang="en-US" altLang="ko-KR" dirty="0" smtClean="0"/>
              <a:t> </a:t>
            </a:r>
            <a:r>
              <a:rPr lang="en-US" altLang="ko-KR" sz="1300" dirty="0"/>
              <a:t>"Data </a:t>
            </a:r>
            <a:r>
              <a:rPr lang="en-US" altLang="ko-KR" sz="1300" dirty="0" err="1"/>
              <a:t>Context.Data</a:t>
            </a:r>
            <a:r>
              <a:rPr lang="en-US" altLang="ko-KR" sz="1300" dirty="0"/>
              <a:t> </a:t>
            </a:r>
            <a:r>
              <a:rPr lang="en-US" altLang="ko-KR" sz="1300" dirty="0" err="1"/>
              <a:t>Attributes.Acquisition</a:t>
            </a:r>
            <a:r>
              <a:rPr lang="en-US" altLang="ko-KR" sz="1300" dirty="0"/>
              <a:t> </a:t>
            </a:r>
            <a:r>
              <a:rPr lang="en-US" altLang="ko-KR" sz="1300" dirty="0" smtClean="0"/>
              <a:t>Mode“</a:t>
            </a:r>
          </a:p>
          <a:p>
            <a:pPr lvl="4"/>
            <a:r>
              <a:rPr lang="en-US" altLang="ko-KR" sz="1300" dirty="0" smtClean="0"/>
              <a:t>.</a:t>
            </a:r>
          </a:p>
          <a:p>
            <a:pPr lvl="4"/>
            <a:r>
              <a:rPr lang="en-US" altLang="ko-KR" sz="1300" dirty="0" smtClean="0"/>
              <a:t>.</a:t>
            </a:r>
          </a:p>
          <a:p>
            <a:pPr lvl="4"/>
            <a:r>
              <a:rPr lang="en-US" altLang="ko-KR" sz="1300" dirty="0"/>
              <a:t>.</a:t>
            </a:r>
          </a:p>
          <a:p>
            <a:pPr lvl="1"/>
            <a:r>
              <a:rPr lang="en-US" altLang="ko-KR" b="1" dirty="0" smtClean="0"/>
              <a:t>Group</a:t>
            </a:r>
            <a:r>
              <a:rPr lang="en-US" altLang="ko-KR" dirty="0" smtClean="0"/>
              <a:t> “Data”</a:t>
            </a:r>
          </a:p>
          <a:p>
            <a:pPr lvl="2"/>
            <a:r>
              <a:rPr lang="en-US" altLang="ko-KR" dirty="0"/>
              <a:t>Group “Saturation </a:t>
            </a:r>
            <a:r>
              <a:rPr lang="en-US" altLang="ko-KR" dirty="0" smtClean="0"/>
              <a:t>Counts”</a:t>
            </a:r>
          </a:p>
          <a:p>
            <a:pPr lvl="3"/>
            <a:r>
              <a:rPr lang="en-US" altLang="ko-KR" dirty="0" err="1" smtClean="0"/>
              <a:t>DataSet</a:t>
            </a:r>
            <a:r>
              <a:rPr lang="en-US" altLang="ko-KR" dirty="0"/>
              <a:t> “{A68D60A4-2556-47E4-B387-6FBAFEE37201</a:t>
            </a:r>
            <a:r>
              <a:rPr lang="en-US" altLang="ko-KR" dirty="0" smtClean="0"/>
              <a:t>}”</a:t>
            </a:r>
          </a:p>
          <a:p>
            <a:pPr lvl="4"/>
            <a:r>
              <a:rPr lang="it-IT" altLang="ko-KR" dirty="0"/>
              <a:t>DATATYPE  H5T_STD_I32LE</a:t>
            </a:r>
          </a:p>
          <a:p>
            <a:pPr lvl="4"/>
            <a:r>
              <a:rPr lang="it-IT" altLang="ko-KR" dirty="0" smtClean="0"/>
              <a:t>DATASPACE  </a:t>
            </a:r>
            <a:r>
              <a:rPr lang="it-IT" altLang="ko-KR" dirty="0"/>
              <a:t>SIMPLE { ( 1200, 1600 ) / ( 1200, 1600 ) }</a:t>
            </a:r>
          </a:p>
          <a:p>
            <a:pPr lvl="4"/>
            <a:r>
              <a:rPr lang="it-IT" altLang="ko-KR" dirty="0" smtClean="0"/>
              <a:t>DATA </a:t>
            </a:r>
            <a:r>
              <a:rPr lang="it-IT" altLang="ko-KR" dirty="0"/>
              <a:t>{</a:t>
            </a:r>
          </a:p>
          <a:p>
            <a:pPr lvl="4"/>
            <a:r>
              <a:rPr lang="it-IT" altLang="ko-KR" dirty="0" smtClean="0"/>
              <a:t>(</a:t>
            </a:r>
            <a:r>
              <a:rPr lang="it-IT" altLang="ko-KR" dirty="0"/>
              <a:t>0,0): 0, 0, 0, 0, 0, 0, 0, 0, 0, 0, 0, 0, 0, 0, 0, 0, 0, 0, 0,</a:t>
            </a:r>
          </a:p>
          <a:p>
            <a:pPr lvl="4"/>
            <a:r>
              <a:rPr lang="it-IT" altLang="ko-KR" dirty="0" smtClean="0"/>
              <a:t>(</a:t>
            </a:r>
            <a:r>
              <a:rPr lang="it-IT" altLang="ko-KR" dirty="0"/>
              <a:t>0,19): 0, 0, 0, 0, 0, 0, 0, 0, 0, 0, 0, 0, 0, 0, 0, 0, 0, 0, 0</a:t>
            </a:r>
            <a:r>
              <a:rPr lang="it-IT" altLang="ko-KR" dirty="0" smtClean="0"/>
              <a:t>,</a:t>
            </a:r>
          </a:p>
          <a:p>
            <a:pPr lvl="4"/>
            <a:r>
              <a:rPr lang="it-IT" altLang="ko-KR" dirty="0" smtClean="0"/>
              <a:t>.</a:t>
            </a:r>
          </a:p>
          <a:p>
            <a:pPr lvl="4"/>
            <a:r>
              <a:rPr lang="it-IT" altLang="ko-KR" dirty="0" smtClean="0"/>
              <a:t>.</a:t>
            </a:r>
          </a:p>
          <a:p>
            <a:pPr lvl="4"/>
            <a:r>
              <a:rPr lang="it-IT" altLang="ko-KR" dirty="0"/>
              <a:t>.</a:t>
            </a:r>
            <a:endParaRPr lang="it-IT" altLang="ko-KR" dirty="0" smtClean="0"/>
          </a:p>
          <a:p>
            <a:pPr lvl="4"/>
            <a:r>
              <a:rPr lang="en-US" altLang="ko-KR" dirty="0" smtClean="0"/>
              <a:t>(</a:t>
            </a:r>
            <a:r>
              <a:rPr lang="en-US" altLang="ko-KR" dirty="0"/>
              <a:t>0,1583): 0, 0, 0, 0, 0, 0, 0, 0, 0, 0, 0, 0, 0, 0, 0, 0, 0,</a:t>
            </a:r>
          </a:p>
          <a:p>
            <a:pPr lvl="4"/>
            <a:r>
              <a:rPr lang="en-US" altLang="ko-KR" dirty="0" smtClean="0"/>
              <a:t>(</a:t>
            </a:r>
            <a:r>
              <a:rPr lang="en-US" altLang="ko-KR" dirty="0"/>
              <a:t>1,0): 0, 0, 0, 0, 0, 0, 0, 0, 0, 0, 0, 0, 0, 0, 0, 0, 0, 0, 0,</a:t>
            </a:r>
          </a:p>
          <a:p>
            <a:pPr lvl="1"/>
            <a:endParaRPr lang="en-US" altLang="ko-KR" b="1" dirty="0"/>
          </a:p>
          <a:p>
            <a:pPr lvl="1"/>
            <a:endParaRPr lang="en-US" altLang="ko-KR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830" y="1825624"/>
            <a:ext cx="4915061" cy="362887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106" y="365124"/>
            <a:ext cx="2211604" cy="181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9747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Reading </a:t>
            </a:r>
            <a:r>
              <a:rPr lang="en-US" altLang="ko-KR" dirty="0" err="1"/>
              <a:t>Zygo</a:t>
            </a:r>
            <a:r>
              <a:rPr lang="en-US" altLang="ko-KR" dirty="0"/>
              <a:t> DATX with C++ </a:t>
            </a:r>
            <a:r>
              <a:rPr lang="en-US" altLang="ko-KR" dirty="0" smtClean="0"/>
              <a:t>&amp; HDF5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Library </a:t>
            </a:r>
            <a:r>
              <a:rPr lang="en-US" altLang="ko-KR" b="1" dirty="0" smtClean="0"/>
              <a:t>Installation</a:t>
            </a:r>
          </a:p>
          <a:p>
            <a:pPr lvl="1"/>
            <a:r>
              <a:rPr lang="en-US" altLang="ko-KR" dirty="0"/>
              <a:t>#include "H5Cpp.h</a:t>
            </a:r>
            <a:r>
              <a:rPr lang="en-US" altLang="ko-KR" dirty="0" smtClean="0"/>
              <a:t>"</a:t>
            </a:r>
            <a:endParaRPr lang="en-US" altLang="ko-KR" b="1" dirty="0" smtClean="0"/>
          </a:p>
          <a:p>
            <a:r>
              <a:rPr lang="en-US" altLang="ko-KR" b="1" dirty="0"/>
              <a:t>Open the </a:t>
            </a:r>
            <a:r>
              <a:rPr lang="en-US" altLang="ko-KR" b="1" dirty="0" smtClean="0"/>
              <a:t>File</a:t>
            </a:r>
          </a:p>
          <a:p>
            <a:pPr lvl="1"/>
            <a:r>
              <a:rPr lang="en-US" altLang="ko-KR" dirty="0"/>
              <a:t>H5::H5File file(filename, H5F_ACC_RDONLY);</a:t>
            </a:r>
            <a:endParaRPr lang="en-US" altLang="ko-KR" b="1" dirty="0" smtClean="0"/>
          </a:p>
          <a:p>
            <a:r>
              <a:rPr lang="en-US" altLang="ko-KR" b="1" dirty="0"/>
              <a:t>Access </a:t>
            </a:r>
            <a:r>
              <a:rPr lang="en-US" altLang="ko-KR" b="1" dirty="0" smtClean="0"/>
              <a:t>Data</a:t>
            </a:r>
          </a:p>
          <a:p>
            <a:pPr lvl="1"/>
            <a:r>
              <a:rPr lang="it-IT" altLang="ko-KR" sz="1600" i="1" dirty="0"/>
              <a:t>DataSet</a:t>
            </a:r>
            <a:r>
              <a:rPr lang="it-IT" altLang="ko-KR" sz="1600" dirty="0"/>
              <a:t> dataset = file.</a:t>
            </a:r>
            <a:r>
              <a:rPr lang="it-IT" altLang="ko-KR" sz="1600" i="1" dirty="0"/>
              <a:t>openDataSet</a:t>
            </a:r>
            <a:r>
              <a:rPr lang="it-IT" altLang="ko-KR" sz="1600" dirty="0"/>
              <a:t>("/Data/Surface/{2F2A75F4-7E35-47B1-B59C-B7A71E3A7613}");</a:t>
            </a:r>
            <a:endParaRPr lang="en-US" altLang="ko-KR" sz="1600" b="1" dirty="0" smtClean="0"/>
          </a:p>
          <a:p>
            <a:r>
              <a:rPr lang="en-US" altLang="ko-KR" b="1" dirty="0"/>
              <a:t>Read </a:t>
            </a:r>
            <a:r>
              <a:rPr lang="en-US" altLang="ko-KR" b="1" dirty="0" smtClean="0"/>
              <a:t>Data</a:t>
            </a:r>
          </a:p>
          <a:p>
            <a:pPr lvl="1"/>
            <a:r>
              <a:rPr lang="en-US" altLang="ko-KR" dirty="0" err="1"/>
              <a:t>dataset.</a:t>
            </a:r>
            <a:r>
              <a:rPr lang="en-US" altLang="ko-KR" i="1" dirty="0" err="1"/>
              <a:t>read</a:t>
            </a:r>
            <a:r>
              <a:rPr lang="en-US" altLang="ko-KR" dirty="0"/>
              <a:t>(</a:t>
            </a:r>
            <a:r>
              <a:rPr lang="en-US" altLang="ko-KR" dirty="0" err="1"/>
              <a:t>data_out</a:t>
            </a:r>
            <a:r>
              <a:rPr lang="en-US" altLang="ko-KR" dirty="0"/>
              <a:t>, </a:t>
            </a:r>
            <a:r>
              <a:rPr lang="en-US" altLang="ko-KR" i="1" dirty="0" err="1"/>
              <a:t>PredType</a:t>
            </a:r>
            <a:r>
              <a:rPr lang="en-US" altLang="ko-KR" dirty="0"/>
              <a:t>::</a:t>
            </a:r>
            <a:r>
              <a:rPr lang="en-US" altLang="ko-KR" i="1" dirty="0"/>
              <a:t>NATIVE_FLOAT</a:t>
            </a:r>
            <a:r>
              <a:rPr lang="en-US" altLang="ko-KR" dirty="0"/>
              <a:t>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448771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포함 </a:t>
            </a:r>
            <a:r>
              <a:rPr lang="en-US" altLang="ko-KR" dirty="0" smtClean="0"/>
              <a:t>DLL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59033"/>
            <a:ext cx="3934374" cy="144800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38074"/>
            <a:ext cx="3924300" cy="144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05400" y="1706621"/>
            <a:ext cx="46482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dynlibadd_D.lib</a:t>
            </a:r>
          </a:p>
          <a:p>
            <a:r>
              <a:rPr lang="en-US" altLang="ko-KR" dirty="0"/>
              <a:t>dynlibcopy_D.lib</a:t>
            </a:r>
          </a:p>
          <a:p>
            <a:r>
              <a:rPr lang="en-US" altLang="ko-KR" dirty="0"/>
              <a:t>dynlibdiff_D.lib</a:t>
            </a:r>
          </a:p>
          <a:p>
            <a:r>
              <a:rPr lang="en-US" altLang="ko-KR" dirty="0"/>
              <a:t>dynlibdump_D.lib</a:t>
            </a:r>
          </a:p>
          <a:p>
            <a:r>
              <a:rPr lang="en-US" altLang="ko-KR" dirty="0"/>
              <a:t>dynlibls_D.lib</a:t>
            </a:r>
          </a:p>
          <a:p>
            <a:r>
              <a:rPr lang="en-US" altLang="ko-KR" dirty="0"/>
              <a:t>dynlibvers_D.lib</a:t>
            </a:r>
          </a:p>
          <a:p>
            <a:r>
              <a:rPr lang="en-US" altLang="ko-KR" dirty="0"/>
              <a:t>filter_plugin1_dsets_D.lib</a:t>
            </a:r>
          </a:p>
          <a:p>
            <a:r>
              <a:rPr lang="en-US" altLang="ko-KR" dirty="0"/>
              <a:t>filter_plugin2_dsets_D.lib</a:t>
            </a:r>
          </a:p>
          <a:p>
            <a:r>
              <a:rPr lang="en-US" altLang="ko-KR" dirty="0"/>
              <a:t>filter_plugin3_dsets_D.lib</a:t>
            </a:r>
          </a:p>
          <a:p>
            <a:r>
              <a:rPr lang="en-US" altLang="ko-KR" dirty="0"/>
              <a:t>filter_plugin4_groups_D.lib</a:t>
            </a:r>
          </a:p>
          <a:p>
            <a:r>
              <a:rPr lang="en-US" altLang="ko-KR" dirty="0"/>
              <a:t>libhdf5_cpp_D.lib</a:t>
            </a:r>
          </a:p>
          <a:p>
            <a:r>
              <a:rPr lang="en-US" altLang="ko-KR" dirty="0"/>
              <a:t>libhdf5_D.lib</a:t>
            </a:r>
          </a:p>
          <a:p>
            <a:r>
              <a:rPr lang="en-US" altLang="ko-KR" dirty="0"/>
              <a:t>libhdf5_hl_cpp_D.lib</a:t>
            </a:r>
          </a:p>
          <a:p>
            <a:r>
              <a:rPr lang="en-US" altLang="ko-KR" dirty="0"/>
              <a:t>libhdf5_hl_D.lib</a:t>
            </a:r>
          </a:p>
          <a:p>
            <a:r>
              <a:rPr lang="en-US" altLang="ko-KR" dirty="0"/>
              <a:t>libhdf5_test_D.lib</a:t>
            </a:r>
          </a:p>
          <a:p>
            <a:r>
              <a:rPr lang="en-US" altLang="ko-KR" dirty="0"/>
              <a:t>libhdf5_tools_D.lib</a:t>
            </a:r>
          </a:p>
          <a:p>
            <a:r>
              <a:rPr lang="en-US" altLang="ko-KR" dirty="0"/>
              <a:t>null_vol_connector_D.lib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730750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SSR 3D Viewer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2026.03.06</a:t>
            </a:r>
          </a:p>
          <a:p>
            <a:endParaRPr lang="en-US" altLang="ko-KR" dirty="0"/>
          </a:p>
          <a:p>
            <a:r>
              <a:rPr lang="ko-KR" altLang="en-US" dirty="0" smtClean="0"/>
              <a:t>신  용  대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60836848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측정된 </a:t>
            </a:r>
            <a:r>
              <a:rPr lang="en-US" altLang="ko-KR" dirty="0" smtClean="0"/>
              <a:t>3D </a:t>
            </a:r>
            <a:r>
              <a:rPr lang="ko-KR" altLang="en-US" dirty="0" smtClean="0"/>
              <a:t>데이터 </a:t>
            </a:r>
            <a:r>
              <a:rPr lang="ko-KR" altLang="en-US" dirty="0" err="1" smtClean="0"/>
              <a:t>뷰어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4545" y="1690688"/>
            <a:ext cx="5180857" cy="435133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9"/>
            <a:ext cx="5338431" cy="485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35080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3D Rendering </a:t>
            </a:r>
            <a:r>
              <a:rPr lang="ko-KR" altLang="en-US" dirty="0" smtClean="0"/>
              <a:t>순서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lvl="1"/>
            <a:r>
              <a:rPr lang="en-US" altLang="ko-KR" dirty="0" err="1"/>
              <a:t>ExtractInfo</a:t>
            </a:r>
            <a:r>
              <a:rPr lang="en-US" altLang="ko-KR" dirty="0"/>
              <a:t>(</a:t>
            </a:r>
            <a:r>
              <a:rPr lang="en-US" altLang="ko-KR" dirty="0" err="1"/>
              <a:t>sPath</a:t>
            </a:r>
            <a:r>
              <a:rPr lang="en-US" altLang="ko-KR" dirty="0"/>
              <a:t>)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Display3D()</a:t>
            </a:r>
          </a:p>
          <a:p>
            <a:pPr lvl="2"/>
            <a:r>
              <a:rPr lang="en-US" altLang="ko-KR" i="1" dirty="0"/>
              <a:t>cv</a:t>
            </a:r>
            <a:r>
              <a:rPr lang="en-US" altLang="ko-KR" dirty="0"/>
              <a:t>::</a:t>
            </a:r>
            <a:r>
              <a:rPr lang="en-US" altLang="ko-KR" i="1" dirty="0"/>
              <a:t>Mat</a:t>
            </a:r>
            <a:r>
              <a:rPr lang="en-US" altLang="ko-KR" dirty="0"/>
              <a:t> </a:t>
            </a:r>
            <a:r>
              <a:rPr lang="en-US" altLang="ko-KR" dirty="0" err="1"/>
              <a:t>dst</a:t>
            </a:r>
            <a:r>
              <a:rPr lang="en-US" altLang="ko-KR" dirty="0"/>
              <a:t> = </a:t>
            </a:r>
            <a:r>
              <a:rPr lang="en-US" altLang="ko-KR" dirty="0" err="1"/>
              <a:t>m_cMatching.ApplyConvertImageAuto</a:t>
            </a:r>
            <a:r>
              <a:rPr lang="en-US" altLang="ko-KR" dirty="0"/>
              <a:t>(</a:t>
            </a:r>
            <a:r>
              <a:rPr lang="en-US" altLang="ko-KR" dirty="0" err="1"/>
              <a:t>matModelIMG</a:t>
            </a:r>
            <a:r>
              <a:rPr lang="en-US" altLang="ko-KR" dirty="0" smtClean="0"/>
              <a:t>);</a:t>
            </a:r>
          </a:p>
          <a:p>
            <a:pPr lvl="2"/>
            <a:r>
              <a:rPr lang="en-US" altLang="ko-KR" dirty="0" err="1"/>
              <a:t>m_cMatching.GetMinMax</a:t>
            </a:r>
            <a:r>
              <a:rPr lang="en-US" altLang="ko-KR" dirty="0"/>
              <a:t>(</a:t>
            </a:r>
            <a:r>
              <a:rPr lang="en-US" altLang="ko-KR" dirty="0" err="1"/>
              <a:t>m_fMin</a:t>
            </a:r>
            <a:r>
              <a:rPr lang="en-US" altLang="ko-KR" dirty="0"/>
              <a:t>, </a:t>
            </a:r>
            <a:r>
              <a:rPr lang="en-US" altLang="ko-KR" dirty="0" err="1"/>
              <a:t>m_fMax</a:t>
            </a:r>
            <a:r>
              <a:rPr lang="en-US" altLang="ko-KR" dirty="0" smtClean="0"/>
              <a:t>);</a:t>
            </a:r>
          </a:p>
          <a:p>
            <a:pPr lvl="2"/>
            <a:r>
              <a:rPr lang="en-US" altLang="ko-KR" i="1" dirty="0" err="1"/>
              <a:t>applyColorMap</a:t>
            </a:r>
            <a:r>
              <a:rPr lang="en-US" altLang="ko-KR" dirty="0"/>
              <a:t>(</a:t>
            </a:r>
            <a:r>
              <a:rPr lang="en-US" altLang="ko-KR" dirty="0" err="1"/>
              <a:t>dst</a:t>
            </a:r>
            <a:r>
              <a:rPr lang="en-US" altLang="ko-KR" dirty="0"/>
              <a:t>, dst2, </a:t>
            </a:r>
            <a:r>
              <a:rPr lang="en-US" altLang="ko-KR" i="1" dirty="0"/>
              <a:t>cv</a:t>
            </a:r>
            <a:r>
              <a:rPr lang="en-US" altLang="ko-KR" dirty="0"/>
              <a:t>::</a:t>
            </a:r>
            <a:r>
              <a:rPr lang="en-US" altLang="ko-KR" i="1" dirty="0"/>
              <a:t>COLORMAP_RAINBOW</a:t>
            </a:r>
            <a:r>
              <a:rPr lang="en-US" altLang="ko-KR" dirty="0" smtClean="0"/>
              <a:t>);</a:t>
            </a:r>
          </a:p>
          <a:p>
            <a:pPr lvl="2"/>
            <a:r>
              <a:rPr lang="en-US" altLang="ko-KR" dirty="0" err="1"/>
              <a:t>m_DefectColor</a:t>
            </a:r>
            <a:r>
              <a:rPr lang="en-US" altLang="ko-KR" dirty="0"/>
              <a:t> = dst2</a:t>
            </a:r>
            <a:r>
              <a:rPr lang="en-US" altLang="ko-KR" dirty="0" smtClean="0"/>
              <a:t>;</a:t>
            </a:r>
          </a:p>
          <a:p>
            <a:pPr lvl="2"/>
            <a:r>
              <a:rPr lang="en-US" altLang="ko-KR" i="1" dirty="0"/>
              <a:t>cv</a:t>
            </a:r>
            <a:r>
              <a:rPr lang="en-US" altLang="ko-KR" dirty="0"/>
              <a:t>::</a:t>
            </a:r>
            <a:r>
              <a:rPr lang="en-US" altLang="ko-KR" i="1" dirty="0"/>
              <a:t>resize</a:t>
            </a:r>
            <a:r>
              <a:rPr lang="en-US" altLang="ko-KR" dirty="0"/>
              <a:t>(dst2, </a:t>
            </a:r>
            <a:r>
              <a:rPr lang="en-US" altLang="ko-KR" dirty="0" err="1"/>
              <a:t>m_Image</a:t>
            </a:r>
            <a:r>
              <a:rPr lang="en-US" altLang="ko-KR" dirty="0"/>
              <a:t>, </a:t>
            </a:r>
            <a:r>
              <a:rPr lang="en-US" altLang="ko-KR" i="1" dirty="0"/>
              <a:t>cv</a:t>
            </a:r>
            <a:r>
              <a:rPr lang="en-US" altLang="ko-KR" dirty="0"/>
              <a:t>::</a:t>
            </a:r>
            <a:r>
              <a:rPr lang="en-US" altLang="ko-KR" i="1" dirty="0"/>
              <a:t>Size</a:t>
            </a:r>
            <a:r>
              <a:rPr lang="en-US" altLang="ko-KR" dirty="0"/>
              <a:t>(</a:t>
            </a:r>
            <a:r>
              <a:rPr lang="en-US" altLang="ko-KR" dirty="0" err="1"/>
              <a:t>rectResult.</a:t>
            </a:r>
            <a:r>
              <a:rPr lang="en-US" altLang="ko-KR" i="1" dirty="0" err="1"/>
              <a:t>Width</a:t>
            </a:r>
            <a:r>
              <a:rPr lang="en-US" altLang="ko-KR" dirty="0"/>
              <a:t>(), </a:t>
            </a:r>
            <a:r>
              <a:rPr lang="en-US" altLang="ko-KR" dirty="0" err="1"/>
              <a:t>rectResult.</a:t>
            </a:r>
            <a:r>
              <a:rPr lang="en-US" altLang="ko-KR" i="1" dirty="0" err="1"/>
              <a:t>Height</a:t>
            </a:r>
            <a:r>
              <a:rPr lang="en-US" altLang="ko-KR" dirty="0"/>
              <a:t>()));</a:t>
            </a:r>
          </a:p>
          <a:p>
            <a:pPr lvl="2"/>
            <a:r>
              <a:rPr lang="en-US" altLang="ko-KR" dirty="0" err="1"/>
              <a:t>DrawMat</a:t>
            </a:r>
            <a:r>
              <a:rPr lang="en-US" altLang="ko-KR" dirty="0"/>
              <a:t>(</a:t>
            </a:r>
            <a:r>
              <a:rPr lang="en-US" altLang="ko-KR" dirty="0" err="1"/>
              <a:t>pDCResult</a:t>
            </a:r>
            <a:r>
              <a:rPr lang="en-US" altLang="ko-KR" dirty="0"/>
              <a:t>-&gt;</a:t>
            </a:r>
            <a:r>
              <a:rPr lang="en-US" altLang="ko-KR" i="1" dirty="0" err="1"/>
              <a:t>m_hDC</a:t>
            </a:r>
            <a:r>
              <a:rPr lang="en-US" altLang="ko-KR" dirty="0"/>
              <a:t>, </a:t>
            </a:r>
            <a:r>
              <a:rPr lang="en-US" altLang="ko-KR" dirty="0" err="1"/>
              <a:t>m_Image</a:t>
            </a:r>
            <a:r>
              <a:rPr lang="en-US" altLang="ko-KR" dirty="0" smtClean="0"/>
              <a:t>);</a:t>
            </a:r>
          </a:p>
          <a:p>
            <a:pPr lvl="3"/>
            <a:r>
              <a:rPr lang="en-US" altLang="ko-KR" dirty="0"/>
              <a:t>::</a:t>
            </a:r>
            <a:r>
              <a:rPr lang="en-US" altLang="ko-KR" i="1" dirty="0" err="1"/>
              <a:t>SetDIBitsToDevice</a:t>
            </a:r>
            <a:r>
              <a:rPr lang="en-US" altLang="ko-KR" dirty="0"/>
              <a:t>(</a:t>
            </a:r>
            <a:r>
              <a:rPr lang="en-US" altLang="ko-KR" dirty="0" err="1"/>
              <a:t>hDC</a:t>
            </a:r>
            <a:r>
              <a:rPr lang="en-US" altLang="ko-KR" dirty="0" smtClean="0"/>
              <a:t>, .., </a:t>
            </a:r>
            <a:r>
              <a:rPr lang="en-US" altLang="ko-KR" dirty="0" err="1"/>
              <a:t>img.</a:t>
            </a:r>
            <a:r>
              <a:rPr lang="en-US" altLang="ko-KR" i="1" dirty="0" err="1"/>
              <a:t>data</a:t>
            </a:r>
            <a:r>
              <a:rPr lang="en-US" altLang="ko-KR" dirty="0" smtClean="0"/>
              <a:t>, ..);</a:t>
            </a:r>
          </a:p>
          <a:p>
            <a:pPr lvl="2"/>
            <a:r>
              <a:rPr lang="en-US" altLang="ko-KR" dirty="0" smtClean="0"/>
              <a:t>OnUpdate3DModel(</a:t>
            </a:r>
            <a:r>
              <a:rPr lang="en-US" altLang="ko-KR" i="1" dirty="0" smtClean="0"/>
              <a:t>WPARAM</a:t>
            </a:r>
            <a:r>
              <a:rPr lang="en-US" altLang="ko-KR" dirty="0" smtClean="0"/>
              <a:t> </a:t>
            </a:r>
            <a:r>
              <a:rPr lang="en-US" altLang="ko-KR" dirty="0" err="1"/>
              <a:t>wParam</a:t>
            </a:r>
            <a:r>
              <a:rPr lang="en-US" altLang="ko-KR" dirty="0"/>
              <a:t>, </a:t>
            </a:r>
            <a:r>
              <a:rPr lang="en-US" altLang="ko-KR" i="1" dirty="0"/>
              <a:t>LPARAM</a:t>
            </a:r>
            <a:r>
              <a:rPr lang="en-US" altLang="ko-KR" dirty="0"/>
              <a:t> </a:t>
            </a:r>
            <a:r>
              <a:rPr lang="en-US" altLang="ko-KR" dirty="0" err="1"/>
              <a:t>lParam</a:t>
            </a:r>
            <a:r>
              <a:rPr lang="en-US" altLang="ko-KR" dirty="0" smtClean="0"/>
              <a:t>)</a:t>
            </a:r>
          </a:p>
          <a:p>
            <a:pPr lvl="3"/>
            <a:r>
              <a:rPr lang="en-US" altLang="ko-KR" dirty="0" err="1"/>
              <a:t>m_Model.m_ZMap</a:t>
            </a:r>
            <a:r>
              <a:rPr lang="en-US" altLang="ko-KR" dirty="0"/>
              <a:t> = </a:t>
            </a:r>
            <a:r>
              <a:rPr lang="en-US" altLang="ko-KR" dirty="0" err="1"/>
              <a:t>m_matrixZ.</a:t>
            </a:r>
            <a:r>
              <a:rPr lang="en-US" altLang="ko-KR" i="1" dirty="0" err="1"/>
              <a:t>clone</a:t>
            </a:r>
            <a:r>
              <a:rPr lang="en-US" altLang="ko-KR" dirty="0"/>
              <a:t>();</a:t>
            </a:r>
            <a:endParaRPr lang="en-US" altLang="ko-KR" dirty="0" smtClean="0"/>
          </a:p>
          <a:p>
            <a:pPr lvl="3"/>
            <a:r>
              <a:rPr lang="en-US" altLang="ko-KR" dirty="0" err="1"/>
              <a:t>m_Model.MakeModel</a:t>
            </a:r>
            <a:r>
              <a:rPr lang="en-US" altLang="ko-KR" dirty="0" smtClean="0"/>
              <a:t>();</a:t>
            </a:r>
          </a:p>
          <a:p>
            <a:pPr lvl="4"/>
            <a:r>
              <a:rPr lang="es-ES" altLang="ko-KR" dirty="0"/>
              <a:t>for (y = 0; y &lt; m_ZMap.</a:t>
            </a:r>
            <a:r>
              <a:rPr lang="es-ES" altLang="ko-KR" i="1" dirty="0"/>
              <a:t>rows</a:t>
            </a:r>
            <a:r>
              <a:rPr lang="es-ES" altLang="ko-KR" dirty="0"/>
              <a:t> - 1; y</a:t>
            </a:r>
            <a:r>
              <a:rPr lang="es-ES" altLang="ko-KR" dirty="0" smtClean="0"/>
              <a:t>++)</a:t>
            </a:r>
          </a:p>
          <a:p>
            <a:pPr lvl="5"/>
            <a:r>
              <a:rPr lang="en-US" altLang="ko-KR" dirty="0"/>
              <a:t>for (x = 0; x &lt; </a:t>
            </a:r>
            <a:r>
              <a:rPr lang="en-US" altLang="ko-KR" dirty="0" err="1"/>
              <a:t>m_ZMap.</a:t>
            </a:r>
            <a:r>
              <a:rPr lang="en-US" altLang="ko-KR" i="1" dirty="0" err="1"/>
              <a:t>cols</a:t>
            </a:r>
            <a:r>
              <a:rPr lang="en-US" altLang="ko-KR" dirty="0"/>
              <a:t> - 1; x</a:t>
            </a:r>
            <a:r>
              <a:rPr lang="en-US" altLang="ko-KR" dirty="0" smtClean="0"/>
              <a:t>++)	</a:t>
            </a:r>
            <a:r>
              <a:rPr lang="en-US" altLang="ko-KR" b="1" dirty="0" err="1">
                <a:solidFill>
                  <a:srgbClr val="0070C0"/>
                </a:solidFill>
              </a:rPr>
              <a:t>m_triangles.</a:t>
            </a:r>
            <a:r>
              <a:rPr lang="en-US" altLang="ko-KR" b="1" i="1" dirty="0" err="1">
                <a:solidFill>
                  <a:srgbClr val="0070C0"/>
                </a:solidFill>
              </a:rPr>
              <a:t>push_back</a:t>
            </a:r>
            <a:r>
              <a:rPr lang="en-US" altLang="ko-KR" b="1" dirty="0">
                <a:solidFill>
                  <a:srgbClr val="0070C0"/>
                </a:solidFill>
              </a:rPr>
              <a:t>(tri</a:t>
            </a:r>
            <a:r>
              <a:rPr lang="en-US" altLang="ko-KR" b="1" dirty="0" smtClean="0">
                <a:solidFill>
                  <a:srgbClr val="0070C0"/>
                </a:solidFill>
              </a:rPr>
              <a:t>);</a:t>
            </a:r>
            <a:endParaRPr lang="en-US" altLang="ko-KR" dirty="0" smtClean="0"/>
          </a:p>
          <a:p>
            <a:pPr lvl="4"/>
            <a:r>
              <a:rPr lang="en-US" altLang="ko-KR" dirty="0" err="1"/>
              <a:t>LoadTexture</a:t>
            </a:r>
            <a:r>
              <a:rPr lang="en-US" altLang="ko-KR" dirty="0"/>
              <a:t>(</a:t>
            </a:r>
            <a:r>
              <a:rPr lang="en-US" altLang="ko-KR" dirty="0" err="1"/>
              <a:t>m_ColorImg</a:t>
            </a:r>
            <a:r>
              <a:rPr lang="en-US" altLang="ko-KR" dirty="0" smtClean="0"/>
              <a:t>);</a:t>
            </a:r>
          </a:p>
          <a:p>
            <a:pPr lvl="5"/>
            <a:r>
              <a:rPr lang="en-US" altLang="ko-KR" dirty="0" err="1"/>
              <a:t>m_bTextureLoaded</a:t>
            </a:r>
            <a:r>
              <a:rPr lang="en-US" altLang="ko-KR" dirty="0"/>
              <a:t> = 1</a:t>
            </a:r>
            <a:r>
              <a:rPr lang="en-US" altLang="ko-KR" dirty="0" smtClean="0"/>
              <a:t>;</a:t>
            </a:r>
          </a:p>
          <a:p>
            <a:pPr lvl="3"/>
            <a:r>
              <a:rPr lang="en-US" altLang="ko-KR" dirty="0" err="1"/>
              <a:t>yScale</a:t>
            </a:r>
            <a:r>
              <a:rPr lang="en-US" altLang="ko-KR" dirty="0"/>
              <a:t> = 1000.0 / (double)S3DData-&gt;</a:t>
            </a:r>
            <a:r>
              <a:rPr lang="en-US" altLang="ko-KR" dirty="0" err="1"/>
              <a:t>m_matDepthMap.</a:t>
            </a:r>
            <a:r>
              <a:rPr lang="en-US" altLang="ko-KR" i="1" dirty="0" err="1"/>
              <a:t>rows</a:t>
            </a:r>
            <a:r>
              <a:rPr lang="en-US" altLang="ko-KR" dirty="0" smtClean="0"/>
              <a:t>;</a:t>
            </a:r>
          </a:p>
          <a:p>
            <a:pPr lvl="3"/>
            <a:r>
              <a:rPr lang="en-US" altLang="ko-KR" dirty="0" err="1"/>
              <a:t>xScale</a:t>
            </a:r>
            <a:r>
              <a:rPr lang="en-US" altLang="ko-KR" dirty="0"/>
              <a:t> = 1000.0 / (double)S3DData-&gt;</a:t>
            </a:r>
            <a:r>
              <a:rPr lang="en-US" altLang="ko-KR" dirty="0" err="1"/>
              <a:t>m_matDepthMap.</a:t>
            </a:r>
            <a:r>
              <a:rPr lang="en-US" altLang="ko-KR" i="1" dirty="0" err="1"/>
              <a:t>cols</a:t>
            </a:r>
            <a:r>
              <a:rPr lang="en-US" altLang="ko-KR" dirty="0"/>
              <a:t>;</a:t>
            </a:r>
            <a:endParaRPr lang="en-US" altLang="ko-KR" dirty="0" smtClean="0"/>
          </a:p>
          <a:p>
            <a:pPr lvl="3"/>
            <a:r>
              <a:rPr lang="en-US" altLang="ko-KR" dirty="0" err="1" smtClean="0"/>
              <a:t>m_Model.ApplyScaleAndOffset</a:t>
            </a:r>
            <a:r>
              <a:rPr lang="en-US" altLang="ko-KR" dirty="0" smtClean="0"/>
              <a:t>(0</a:t>
            </a:r>
            <a:r>
              <a:rPr lang="en-US" altLang="ko-KR" dirty="0"/>
              <a:t>, 0, 0, </a:t>
            </a:r>
            <a:r>
              <a:rPr lang="en-US" altLang="ko-KR" dirty="0" err="1"/>
              <a:t>xScale</a:t>
            </a:r>
            <a:r>
              <a:rPr lang="en-US" altLang="ko-KR" dirty="0"/>
              <a:t>, </a:t>
            </a:r>
            <a:r>
              <a:rPr lang="en-US" altLang="ko-KR" dirty="0" err="1"/>
              <a:t>yScale</a:t>
            </a:r>
            <a:r>
              <a:rPr lang="en-US" altLang="ko-KR" dirty="0"/>
              <a:t>, 5000</a:t>
            </a:r>
            <a:r>
              <a:rPr lang="en-US" altLang="ko-KR" dirty="0" smtClean="0"/>
              <a:t>);</a:t>
            </a:r>
          </a:p>
          <a:p>
            <a:pPr lvl="3"/>
            <a:r>
              <a:rPr lang="en-US" altLang="ko-KR" dirty="0" smtClean="0"/>
              <a:t>((</a:t>
            </a:r>
            <a:r>
              <a:rPr lang="en-US" altLang="ko-KR" dirty="0" err="1"/>
              <a:t>COpenGLViewEx</a:t>
            </a:r>
            <a:r>
              <a:rPr lang="en-US" altLang="ko-KR" dirty="0" smtClean="0"/>
              <a:t>*)</a:t>
            </a:r>
            <a:r>
              <a:rPr lang="en-US" altLang="ko-KR" dirty="0" err="1" smtClean="0"/>
              <a:t>m_pView</a:t>
            </a:r>
            <a:r>
              <a:rPr lang="en-US" altLang="ko-KR" dirty="0" smtClean="0"/>
              <a:t>)-&gt;</a:t>
            </a:r>
            <a:r>
              <a:rPr lang="en-US" altLang="ko-KR" dirty="0"/>
              <a:t>Refresh</a:t>
            </a:r>
            <a:r>
              <a:rPr lang="en-US" altLang="ko-KR" dirty="0" smtClean="0"/>
              <a:t>();</a:t>
            </a:r>
          </a:p>
          <a:p>
            <a:pPr lvl="4"/>
            <a:r>
              <a:rPr lang="en-US" altLang="ko-KR" b="1" dirty="0" err="1">
                <a:solidFill>
                  <a:srgbClr val="0070C0"/>
                </a:solidFill>
              </a:rPr>
              <a:t>GLRenderScene</a:t>
            </a:r>
            <a:r>
              <a:rPr lang="en-US" altLang="ko-KR" b="1" dirty="0"/>
              <a:t>(WM_FIT_TO_SCREEN</a:t>
            </a:r>
            <a:r>
              <a:rPr lang="en-US" altLang="ko-KR" b="1" dirty="0" smtClean="0"/>
              <a:t>);</a:t>
            </a:r>
          </a:p>
          <a:p>
            <a:pPr lvl="5"/>
            <a:r>
              <a:rPr lang="en-US" altLang="ko-KR" b="1" dirty="0" err="1"/>
              <a:t>m_pParentWnd</a:t>
            </a:r>
            <a:r>
              <a:rPr lang="en-US" altLang="ko-KR" b="1" dirty="0"/>
              <a:t>-&gt;</a:t>
            </a:r>
            <a:r>
              <a:rPr lang="en-US" altLang="ko-KR" b="1" i="1" dirty="0" err="1"/>
              <a:t>SendMessage</a:t>
            </a:r>
            <a:r>
              <a:rPr lang="en-US" altLang="ko-KR" b="1" dirty="0"/>
              <a:t>(</a:t>
            </a:r>
            <a:r>
              <a:rPr lang="en-US" altLang="ko-KR" b="1" dirty="0">
                <a:solidFill>
                  <a:srgbClr val="00B0F0"/>
                </a:solidFill>
              </a:rPr>
              <a:t>WM_USER_RENDER</a:t>
            </a:r>
            <a:r>
              <a:rPr lang="en-US" altLang="ko-KR" b="1" dirty="0"/>
              <a:t>, </a:t>
            </a:r>
            <a:r>
              <a:rPr lang="en-US" altLang="ko-KR" b="1" dirty="0" err="1"/>
              <a:t>m_nHandleID</a:t>
            </a:r>
            <a:r>
              <a:rPr lang="en-US" altLang="ko-KR" b="1" dirty="0"/>
              <a:t>, </a:t>
            </a:r>
            <a:r>
              <a:rPr lang="en-US" altLang="ko-KR" b="1" dirty="0" err="1"/>
              <a:t>nAction</a:t>
            </a:r>
            <a:r>
              <a:rPr lang="en-US" altLang="ko-KR" b="1" dirty="0" smtClean="0"/>
              <a:t>);</a:t>
            </a:r>
          </a:p>
          <a:p>
            <a:pPr lvl="3"/>
            <a:r>
              <a:rPr lang="en-US" altLang="ko-KR" b="1" dirty="0" err="1">
                <a:solidFill>
                  <a:srgbClr val="00B0F0"/>
                </a:solidFill>
              </a:rPr>
              <a:t>OnGLRender</a:t>
            </a:r>
            <a:r>
              <a:rPr lang="en-US" altLang="ko-KR" b="1" dirty="0"/>
              <a:t>(</a:t>
            </a:r>
            <a:r>
              <a:rPr lang="en-US" altLang="ko-KR" b="1" i="1" dirty="0"/>
              <a:t>WPARAM</a:t>
            </a:r>
            <a:r>
              <a:rPr lang="en-US" altLang="ko-KR" b="1" dirty="0"/>
              <a:t> </a:t>
            </a:r>
            <a:r>
              <a:rPr lang="en-US" altLang="ko-KR" b="1" dirty="0" err="1"/>
              <a:t>wParam</a:t>
            </a:r>
            <a:r>
              <a:rPr lang="en-US" altLang="ko-KR" b="1" dirty="0"/>
              <a:t>, </a:t>
            </a:r>
            <a:r>
              <a:rPr lang="en-US" altLang="ko-KR" b="1" i="1" dirty="0"/>
              <a:t>LPARAM</a:t>
            </a:r>
            <a:r>
              <a:rPr lang="en-US" altLang="ko-KR" b="1" dirty="0"/>
              <a:t> </a:t>
            </a:r>
            <a:r>
              <a:rPr lang="en-US" altLang="ko-KR" b="1" dirty="0" err="1"/>
              <a:t>lParam</a:t>
            </a:r>
            <a:r>
              <a:rPr lang="en-US" altLang="ko-KR" b="1" dirty="0" smtClean="0"/>
              <a:t>)</a:t>
            </a:r>
          </a:p>
          <a:p>
            <a:pPr lvl="4"/>
            <a:r>
              <a:rPr lang="en-US" altLang="ko-KR" i="1" dirty="0" err="1"/>
              <a:t>glRotated</a:t>
            </a:r>
            <a:r>
              <a:rPr lang="en-US" altLang="ko-KR" dirty="0"/>
              <a:t>(_</a:t>
            </a:r>
            <a:r>
              <a:rPr lang="en-US" altLang="ko-KR" dirty="0" err="1"/>
              <a:t>angleVer</a:t>
            </a:r>
            <a:r>
              <a:rPr lang="en-US" altLang="ko-KR" dirty="0"/>
              <a:t>, 1, 0, 0); </a:t>
            </a:r>
            <a:r>
              <a:rPr lang="en-US" altLang="ko-KR" i="1" dirty="0" err="1" smtClean="0"/>
              <a:t>glRotated</a:t>
            </a:r>
            <a:r>
              <a:rPr lang="en-US" altLang="ko-KR" dirty="0"/>
              <a:t>(_</a:t>
            </a:r>
            <a:r>
              <a:rPr lang="en-US" altLang="ko-KR" dirty="0" err="1"/>
              <a:t>angleHor</a:t>
            </a:r>
            <a:r>
              <a:rPr lang="en-US" altLang="ko-KR" dirty="0"/>
              <a:t>, 0, 0, 1); </a:t>
            </a:r>
            <a:r>
              <a:rPr lang="en-US" altLang="ko-KR" dirty="0" smtClean="0"/>
              <a:t> </a:t>
            </a:r>
            <a:r>
              <a:rPr lang="en-US" altLang="ko-KR" i="1" dirty="0" err="1" smtClean="0"/>
              <a:t>glTranslatef</a:t>
            </a:r>
            <a:r>
              <a:rPr lang="en-US" altLang="ko-KR" dirty="0"/>
              <a:t>(-600, -200, 100</a:t>
            </a:r>
            <a:r>
              <a:rPr lang="en-US" altLang="ko-KR" dirty="0" smtClean="0"/>
              <a:t>);</a:t>
            </a:r>
          </a:p>
          <a:p>
            <a:pPr lvl="4"/>
            <a:r>
              <a:rPr lang="en-US" altLang="ko-KR" dirty="0" err="1"/>
              <a:t>m_draw.DrawAxisXYZ</a:t>
            </a:r>
            <a:r>
              <a:rPr lang="en-US" altLang="ko-KR" dirty="0"/>
              <a:t>(0, 0, 0, 150, 5</a:t>
            </a:r>
            <a:r>
              <a:rPr lang="en-US" altLang="ko-KR" dirty="0" smtClean="0"/>
              <a:t>);</a:t>
            </a:r>
          </a:p>
          <a:p>
            <a:pPr lvl="4"/>
            <a:r>
              <a:rPr lang="en-US" altLang="ko-KR" dirty="0" err="1" smtClean="0"/>
              <a:t>m_draw.DrawGrid</a:t>
            </a:r>
            <a:r>
              <a:rPr lang="en-US" altLang="ko-KR" dirty="0" smtClean="0"/>
              <a:t>(10</a:t>
            </a:r>
            <a:r>
              <a:rPr lang="en-US" altLang="ko-KR" dirty="0"/>
              <a:t>, 10, 100, 100, 0, 0, 5, 5, CdPoint3D(0, 0, 0), G_GRID_TEXT, RGB_RED</a:t>
            </a:r>
            <a:r>
              <a:rPr lang="en-US" altLang="ko-KR" dirty="0" smtClean="0"/>
              <a:t>);</a:t>
            </a:r>
          </a:p>
          <a:p>
            <a:pPr lvl="4"/>
            <a:r>
              <a:rPr lang="en-US" altLang="ko-KR" dirty="0"/>
              <a:t>if (</a:t>
            </a:r>
            <a:r>
              <a:rPr lang="en-US" altLang="ko-KR" dirty="0" err="1"/>
              <a:t>m_Model.m_bMeshCreated</a:t>
            </a:r>
            <a:r>
              <a:rPr lang="en-US" altLang="ko-KR" dirty="0" smtClean="0"/>
              <a:t>) </a:t>
            </a:r>
            <a:r>
              <a:rPr lang="en-US" altLang="ko-KR" dirty="0" err="1"/>
              <a:t>m_Model.Draw</a:t>
            </a:r>
            <a:r>
              <a:rPr lang="en-US" altLang="ko-KR" dirty="0"/>
              <a:t>(TEX_LUT</a:t>
            </a:r>
            <a:r>
              <a:rPr lang="en-US" altLang="ko-KR" dirty="0" smtClean="0"/>
              <a:t>);</a:t>
            </a:r>
          </a:p>
          <a:p>
            <a:pPr lvl="5"/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nSize</a:t>
            </a:r>
            <a:r>
              <a:rPr lang="en-US" altLang="ko-KR" dirty="0"/>
              <a:t> = </a:t>
            </a:r>
            <a:r>
              <a:rPr lang="en-US" altLang="ko-KR" dirty="0" err="1"/>
              <a:t>m_triangles.</a:t>
            </a:r>
            <a:r>
              <a:rPr lang="en-US" altLang="ko-KR" i="1" dirty="0" err="1"/>
              <a:t>size</a:t>
            </a:r>
            <a:r>
              <a:rPr lang="en-US" altLang="ko-KR" dirty="0" smtClean="0"/>
              <a:t>();</a:t>
            </a:r>
          </a:p>
          <a:p>
            <a:pPr lvl="5"/>
            <a:r>
              <a:rPr lang="en-US" altLang="ko-KR" i="1" dirty="0" err="1"/>
              <a:t>glBindTexture</a:t>
            </a:r>
            <a:r>
              <a:rPr lang="en-US" altLang="ko-KR" dirty="0"/>
              <a:t>(</a:t>
            </a:r>
            <a:r>
              <a:rPr lang="en-US" altLang="ko-KR" i="1" dirty="0"/>
              <a:t>GL_TEXTURE_2D</a:t>
            </a:r>
            <a:r>
              <a:rPr lang="en-US" altLang="ko-KR" dirty="0"/>
              <a:t>, </a:t>
            </a:r>
            <a:r>
              <a:rPr lang="en-US" altLang="ko-KR" dirty="0" err="1"/>
              <a:t>m_Texture</a:t>
            </a:r>
            <a:r>
              <a:rPr lang="en-US" altLang="ko-KR" dirty="0" smtClean="0"/>
              <a:t>);</a:t>
            </a:r>
          </a:p>
          <a:p>
            <a:pPr lvl="5"/>
            <a:r>
              <a:rPr lang="nn-NO" altLang="ko-KR" dirty="0"/>
              <a:t>for (int i = 0; i &lt; nSize; i</a:t>
            </a:r>
            <a:r>
              <a:rPr lang="nn-NO" altLang="ko-KR" dirty="0" smtClean="0"/>
              <a:t>++)</a:t>
            </a:r>
          </a:p>
          <a:p>
            <a:pPr lvl="6"/>
            <a:r>
              <a:rPr lang="en-US" altLang="ko-KR" b="1" dirty="0" err="1">
                <a:solidFill>
                  <a:srgbClr val="0070C0"/>
                </a:solidFill>
              </a:rPr>
              <a:t>stTagTriangles</a:t>
            </a:r>
            <a:r>
              <a:rPr lang="en-US" altLang="ko-KR" b="1" dirty="0">
                <a:solidFill>
                  <a:srgbClr val="0070C0"/>
                </a:solidFill>
              </a:rPr>
              <a:t> tri = </a:t>
            </a:r>
            <a:r>
              <a:rPr lang="en-US" altLang="ko-KR" b="1" dirty="0" err="1">
                <a:solidFill>
                  <a:srgbClr val="0070C0"/>
                </a:solidFill>
              </a:rPr>
              <a:t>m_triangles</a:t>
            </a:r>
            <a:r>
              <a:rPr lang="en-US" altLang="ko-KR" b="1" dirty="0">
                <a:solidFill>
                  <a:srgbClr val="0070C0"/>
                </a:solidFill>
              </a:rPr>
              <a:t>[</a:t>
            </a:r>
            <a:r>
              <a:rPr lang="en-US" altLang="ko-KR" b="1" dirty="0" err="1">
                <a:solidFill>
                  <a:srgbClr val="0070C0"/>
                </a:solidFill>
              </a:rPr>
              <a:t>i</a:t>
            </a:r>
            <a:r>
              <a:rPr lang="en-US" altLang="ko-KR" b="1" dirty="0">
                <a:solidFill>
                  <a:srgbClr val="0070C0"/>
                </a:solidFill>
              </a:rPr>
              <a:t>];</a:t>
            </a:r>
            <a:endParaRPr lang="nn-NO" altLang="ko-KR" b="1" dirty="0" smtClean="0">
              <a:solidFill>
                <a:srgbClr val="0070C0"/>
              </a:solidFill>
            </a:endParaRPr>
          </a:p>
          <a:p>
            <a:pPr lvl="6"/>
            <a:r>
              <a:rPr lang="nn-NO" altLang="ko-KR" dirty="0"/>
              <a:t>for (int i = 0; i &lt; nSize; i</a:t>
            </a:r>
            <a:r>
              <a:rPr lang="nn-NO" altLang="ko-KR" dirty="0" smtClean="0"/>
              <a:t>++) </a:t>
            </a:r>
            <a:r>
              <a:rPr lang="en-US" altLang="ko-KR" i="1" dirty="0"/>
              <a:t>glVertex3f</a:t>
            </a:r>
            <a:r>
              <a:rPr lang="en-US" altLang="ko-KR" dirty="0"/>
              <a:t>(</a:t>
            </a:r>
            <a:r>
              <a:rPr lang="en-US" altLang="ko-KR" dirty="0" err="1"/>
              <a:t>tri.x</a:t>
            </a:r>
            <a:r>
              <a:rPr lang="en-US" altLang="ko-KR" dirty="0"/>
              <a:t>[k], </a:t>
            </a:r>
            <a:r>
              <a:rPr lang="en-US" altLang="ko-KR" dirty="0" err="1"/>
              <a:t>tri.y</a:t>
            </a:r>
            <a:r>
              <a:rPr lang="en-US" altLang="ko-KR" dirty="0"/>
              <a:t>[k], </a:t>
            </a:r>
            <a:r>
              <a:rPr lang="en-US" altLang="ko-KR" dirty="0" err="1"/>
              <a:t>tri.z</a:t>
            </a:r>
            <a:r>
              <a:rPr lang="en-US" altLang="ko-KR" dirty="0"/>
              <a:t>[k</a:t>
            </a:r>
            <a:r>
              <a:rPr lang="en-US" altLang="ko-KR" dirty="0" smtClean="0"/>
              <a:t>]);</a:t>
            </a:r>
          </a:p>
          <a:p>
            <a:pPr lvl="5"/>
            <a:r>
              <a:rPr lang="en-US" altLang="ko-KR" i="1" dirty="0" err="1"/>
              <a:t>glBindTexture</a:t>
            </a:r>
            <a:r>
              <a:rPr lang="en-US" altLang="ko-KR" dirty="0"/>
              <a:t>(</a:t>
            </a:r>
            <a:r>
              <a:rPr lang="en-US" altLang="ko-KR" i="1" dirty="0"/>
              <a:t>GL_TEXTURE_2D</a:t>
            </a:r>
            <a:r>
              <a:rPr lang="en-US" altLang="ko-KR" dirty="0"/>
              <a:t>, 0);</a:t>
            </a:r>
            <a:endParaRPr lang="nn-NO" altLang="ko-KR" dirty="0" smtClean="0"/>
          </a:p>
          <a:p>
            <a:pPr lvl="5"/>
            <a:endParaRPr lang="en-US" altLang="ko-KR" dirty="0" smtClean="0"/>
          </a:p>
          <a:p>
            <a:pPr lvl="5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28604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OpenGL Event </a:t>
            </a:r>
            <a:r>
              <a:rPr lang="ko-KR" altLang="en-US" dirty="0" smtClean="0"/>
              <a:t>처리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dirty="0" err="1"/>
              <a:t>m_pView</a:t>
            </a:r>
            <a:r>
              <a:rPr lang="en-US" altLang="ko-KR" dirty="0"/>
              <a:t> = new </a:t>
            </a:r>
            <a:r>
              <a:rPr lang="en-US" altLang="ko-KR" dirty="0" err="1"/>
              <a:t>COpenGLViewEx</a:t>
            </a:r>
            <a:r>
              <a:rPr lang="en-US" altLang="ko-KR" dirty="0"/>
              <a:t>();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void </a:t>
            </a:r>
            <a:r>
              <a:rPr lang="en-US" altLang="ko-KR" dirty="0" err="1"/>
              <a:t>COpenGLView</a:t>
            </a:r>
            <a:r>
              <a:rPr lang="en-US" altLang="ko-KR" dirty="0"/>
              <a:t>::</a:t>
            </a:r>
            <a:r>
              <a:rPr lang="en-US" altLang="ko-KR" dirty="0" err="1"/>
              <a:t>GLRenderScene</a:t>
            </a:r>
            <a:r>
              <a:rPr lang="en-US" altLang="ko-KR" dirty="0"/>
              <a:t>(</a:t>
            </a:r>
            <a:r>
              <a:rPr lang="en-US" altLang="ko-KR" i="1" dirty="0"/>
              <a:t>UINT</a:t>
            </a:r>
            <a:r>
              <a:rPr lang="en-US" altLang="ko-KR" dirty="0"/>
              <a:t> </a:t>
            </a:r>
            <a:r>
              <a:rPr lang="en-US" altLang="ko-KR" dirty="0" err="1" smtClean="0"/>
              <a:t>nAction</a:t>
            </a:r>
            <a:r>
              <a:rPr lang="en-US" altLang="ko-KR" dirty="0" smtClean="0"/>
              <a:t>=0,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 smtClean="0"/>
              <a:t>nKey</a:t>
            </a:r>
            <a:r>
              <a:rPr lang="en-US" altLang="ko-KR" dirty="0" smtClean="0"/>
              <a:t>=0)</a:t>
            </a:r>
            <a:endParaRPr lang="en-US" altLang="ko-KR" b="1" dirty="0" smtClean="0"/>
          </a:p>
          <a:p>
            <a:pPr lvl="2"/>
            <a:r>
              <a:rPr lang="en-US" altLang="ko-KR" b="1" dirty="0" err="1" smtClean="0"/>
              <a:t>m_pParentWnd</a:t>
            </a:r>
            <a:r>
              <a:rPr lang="en-US" altLang="ko-KR" b="1" dirty="0" smtClean="0"/>
              <a:t>-</a:t>
            </a:r>
            <a:r>
              <a:rPr lang="en-US" altLang="ko-KR" b="1" dirty="0"/>
              <a:t>&gt;</a:t>
            </a:r>
            <a:r>
              <a:rPr lang="en-US" altLang="ko-KR" b="1" i="1" dirty="0" err="1"/>
              <a:t>SendMessage</a:t>
            </a:r>
            <a:r>
              <a:rPr lang="en-US" altLang="ko-KR" b="1" dirty="0"/>
              <a:t>(</a:t>
            </a:r>
            <a:r>
              <a:rPr lang="en-US" altLang="ko-KR" b="1" dirty="0">
                <a:solidFill>
                  <a:srgbClr val="00B0F0"/>
                </a:solidFill>
              </a:rPr>
              <a:t>WM_USER_RENDER</a:t>
            </a:r>
            <a:r>
              <a:rPr lang="en-US" altLang="ko-KR" b="1" dirty="0"/>
              <a:t>, </a:t>
            </a:r>
            <a:r>
              <a:rPr lang="en-US" altLang="ko-KR" b="1" dirty="0" err="1"/>
              <a:t>m_nHandleID</a:t>
            </a:r>
            <a:r>
              <a:rPr lang="en-US" altLang="ko-KR" b="1" dirty="0"/>
              <a:t>, </a:t>
            </a:r>
            <a:r>
              <a:rPr lang="en-US" altLang="ko-KR" b="1" dirty="0" err="1"/>
              <a:t>nAction</a:t>
            </a:r>
            <a:r>
              <a:rPr lang="en-US" altLang="ko-KR" b="1" dirty="0" smtClean="0"/>
              <a:t>);</a:t>
            </a:r>
          </a:p>
          <a:p>
            <a:pPr lvl="3"/>
            <a:r>
              <a:rPr lang="en-US" altLang="ko-KR" b="1" dirty="0" err="1"/>
              <a:t>m_nHandleID</a:t>
            </a:r>
            <a:r>
              <a:rPr lang="en-US" altLang="ko-KR" b="1" dirty="0"/>
              <a:t> </a:t>
            </a:r>
            <a:r>
              <a:rPr lang="en-US" altLang="ko-KR" b="1" dirty="0" smtClean="0"/>
              <a:t>: </a:t>
            </a:r>
            <a:r>
              <a:rPr lang="en-US" altLang="ko-KR" dirty="0" smtClean="0"/>
              <a:t>IDC_STATIC_VIEW</a:t>
            </a:r>
          </a:p>
          <a:p>
            <a:pPr lvl="3"/>
            <a:r>
              <a:rPr lang="en-US" altLang="ko-KR" b="1" dirty="0" err="1" smtClean="0"/>
              <a:t>nAction</a:t>
            </a:r>
            <a:r>
              <a:rPr lang="en-US" altLang="ko-KR" b="1" dirty="0" smtClean="0"/>
              <a:t> : </a:t>
            </a:r>
          </a:p>
          <a:p>
            <a:pPr lvl="4"/>
            <a:r>
              <a:rPr lang="en-US" altLang="ko-KR" dirty="0" smtClean="0"/>
              <a:t>WM_MOUSEWHEEL, WM_PAINT, WM_FIT_TO_SCREEN, </a:t>
            </a:r>
          </a:p>
          <a:p>
            <a:pPr lvl="4"/>
            <a:r>
              <a:rPr lang="en-US" altLang="ko-KR" dirty="0"/>
              <a:t>WM_LBUTTONDOWN, </a:t>
            </a:r>
            <a:r>
              <a:rPr lang="en-US" altLang="ko-KR" dirty="0" smtClean="0"/>
              <a:t>WM_MOUSEMOVE, WM_LBUTTONUP,</a:t>
            </a:r>
          </a:p>
          <a:p>
            <a:pPr lvl="4"/>
            <a:r>
              <a:rPr lang="en-US" altLang="ko-KR" dirty="0" smtClean="0"/>
              <a:t>WM_MBUTTONDOWN, WM_MBUTTONUP, </a:t>
            </a:r>
          </a:p>
          <a:p>
            <a:pPr lvl="4"/>
            <a:r>
              <a:rPr lang="en-US" altLang="ko-KR" dirty="0" smtClean="0"/>
              <a:t>WM_RBUTTONDOWN</a:t>
            </a:r>
            <a:r>
              <a:rPr lang="en-US" altLang="ko-KR" dirty="0"/>
              <a:t>, </a:t>
            </a:r>
            <a:r>
              <a:rPr lang="en-US" altLang="ko-KR" dirty="0" smtClean="0"/>
              <a:t>WM_RBUTTONUP</a:t>
            </a:r>
            <a:endParaRPr lang="en-US" altLang="ko-KR" i="1" dirty="0" smtClean="0"/>
          </a:p>
          <a:p>
            <a:pPr lvl="2"/>
            <a:r>
              <a:rPr lang="en-US" altLang="ko-KR" i="1" dirty="0" smtClean="0"/>
              <a:t>LRESULT</a:t>
            </a:r>
            <a:r>
              <a:rPr lang="en-US" altLang="ko-KR" dirty="0" smtClean="0"/>
              <a:t> </a:t>
            </a:r>
            <a:r>
              <a:rPr lang="en-US" altLang="ko-KR" dirty="0"/>
              <a:t>CDlg3DViewer::</a:t>
            </a:r>
            <a:r>
              <a:rPr lang="en-US" altLang="ko-KR" dirty="0" err="1"/>
              <a:t>OnGLRender</a:t>
            </a:r>
            <a:r>
              <a:rPr lang="en-US" altLang="ko-KR" dirty="0"/>
              <a:t>(</a:t>
            </a:r>
            <a:r>
              <a:rPr lang="en-US" altLang="ko-KR" i="1" dirty="0"/>
              <a:t>WPARAM</a:t>
            </a:r>
            <a:r>
              <a:rPr lang="en-US" altLang="ko-KR" dirty="0"/>
              <a:t> </a:t>
            </a:r>
            <a:r>
              <a:rPr lang="en-US" altLang="ko-KR" dirty="0" err="1"/>
              <a:t>wParam</a:t>
            </a:r>
            <a:r>
              <a:rPr lang="en-US" altLang="ko-KR" dirty="0"/>
              <a:t>, </a:t>
            </a:r>
            <a:r>
              <a:rPr lang="en-US" altLang="ko-KR" i="1" dirty="0"/>
              <a:t>LPARAM</a:t>
            </a:r>
            <a:r>
              <a:rPr lang="en-US" altLang="ko-KR" dirty="0"/>
              <a:t> </a:t>
            </a:r>
            <a:r>
              <a:rPr lang="en-US" altLang="ko-KR" dirty="0" err="1"/>
              <a:t>lParam</a:t>
            </a:r>
            <a:r>
              <a:rPr lang="en-US" altLang="ko-KR" dirty="0" smtClean="0"/>
              <a:t>)</a:t>
            </a:r>
          </a:p>
          <a:p>
            <a:pPr lvl="3"/>
            <a:r>
              <a:rPr lang="en-US" altLang="ko-KR" sz="1400" dirty="0"/>
              <a:t>if (</a:t>
            </a:r>
            <a:r>
              <a:rPr lang="en-US" altLang="ko-KR" sz="1400" dirty="0" err="1"/>
              <a:t>lParam</a:t>
            </a:r>
            <a:r>
              <a:rPr lang="en-US" altLang="ko-KR" sz="1400" dirty="0"/>
              <a:t> == </a:t>
            </a:r>
            <a:r>
              <a:rPr lang="en-US" altLang="ko-KR" sz="1400" i="1" dirty="0"/>
              <a:t>WM_LBUTTONDOWN</a:t>
            </a:r>
            <a:r>
              <a:rPr lang="en-US" altLang="ko-KR" sz="1400" dirty="0" smtClean="0"/>
              <a:t>)	</a:t>
            </a:r>
            <a:r>
              <a:rPr lang="en-US" altLang="ko-KR" sz="1400" dirty="0"/>
              <a:t> _</a:t>
            </a:r>
            <a:r>
              <a:rPr lang="en-US" altLang="ko-KR" sz="1400" dirty="0" err="1"/>
              <a:t>mouseDownPoint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m_pView</a:t>
            </a:r>
            <a:r>
              <a:rPr lang="en-US" altLang="ko-KR" sz="1400" dirty="0"/>
              <a:t>-&gt;</a:t>
            </a:r>
            <a:r>
              <a:rPr lang="en-US" altLang="ko-KR" sz="1400" dirty="0" err="1"/>
              <a:t>m_ptCurPos</a:t>
            </a:r>
            <a:r>
              <a:rPr lang="en-US" altLang="ko-KR" sz="1400" dirty="0" smtClean="0"/>
              <a:t>;</a:t>
            </a:r>
          </a:p>
          <a:p>
            <a:pPr lvl="3"/>
            <a:r>
              <a:rPr lang="en-US" altLang="ko-KR" sz="1400" dirty="0"/>
              <a:t>else if (</a:t>
            </a:r>
            <a:r>
              <a:rPr lang="en-US" altLang="ko-KR" sz="1400" dirty="0" err="1"/>
              <a:t>lParam</a:t>
            </a:r>
            <a:r>
              <a:rPr lang="en-US" altLang="ko-KR" sz="1400" dirty="0"/>
              <a:t> == </a:t>
            </a:r>
            <a:r>
              <a:rPr lang="en-US" altLang="ko-KR" sz="1400" i="1" dirty="0"/>
              <a:t>WM_LBUTTONUP</a:t>
            </a:r>
            <a:r>
              <a:rPr lang="en-US" altLang="ko-KR" sz="1400" dirty="0" smtClean="0"/>
              <a:t>)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_</a:t>
            </a:r>
            <a:r>
              <a:rPr lang="en-US" altLang="ko-KR" sz="1400" dirty="0" err="1"/>
              <a:t>mouseDownPoint</a:t>
            </a:r>
            <a:r>
              <a:rPr lang="en-US" altLang="ko-KR" sz="1400" dirty="0"/>
              <a:t> = </a:t>
            </a:r>
            <a:r>
              <a:rPr lang="en-US" altLang="ko-KR" sz="1400" i="1" dirty="0" err="1"/>
              <a:t>CPoint</a:t>
            </a:r>
            <a:r>
              <a:rPr lang="en-US" altLang="ko-KR" sz="1400" dirty="0"/>
              <a:t>(0, 0</a:t>
            </a:r>
            <a:r>
              <a:rPr lang="en-US" altLang="ko-KR" sz="1400" dirty="0" smtClean="0"/>
              <a:t>);</a:t>
            </a:r>
          </a:p>
          <a:p>
            <a:pPr lvl="3"/>
            <a:r>
              <a:rPr lang="en-US" altLang="ko-KR" sz="1400" dirty="0"/>
              <a:t>else if (</a:t>
            </a:r>
            <a:r>
              <a:rPr lang="en-US" altLang="ko-KR" sz="1400" dirty="0" err="1"/>
              <a:t>lParam</a:t>
            </a:r>
            <a:r>
              <a:rPr lang="en-US" altLang="ko-KR" sz="1400" dirty="0"/>
              <a:t> == </a:t>
            </a:r>
            <a:r>
              <a:rPr lang="en-US" altLang="ko-KR" sz="1400" i="1" dirty="0"/>
              <a:t>WM_RBUTTONDOWN</a:t>
            </a:r>
            <a:r>
              <a:rPr lang="en-US" altLang="ko-KR" sz="1400" dirty="0" smtClean="0"/>
              <a:t>) </a:t>
            </a:r>
            <a:r>
              <a:rPr lang="en-US" altLang="ko-KR" sz="1400" dirty="0"/>
              <a:t>_</a:t>
            </a:r>
            <a:r>
              <a:rPr lang="en-US" altLang="ko-KR" sz="1400" dirty="0" err="1"/>
              <a:t>mouseDownPoint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m_pView</a:t>
            </a:r>
            <a:r>
              <a:rPr lang="en-US" altLang="ko-KR" sz="1400" dirty="0"/>
              <a:t>-&gt;</a:t>
            </a:r>
            <a:r>
              <a:rPr lang="en-US" altLang="ko-KR" sz="1400" dirty="0" err="1"/>
              <a:t>m_ptCurPos</a:t>
            </a:r>
            <a:r>
              <a:rPr lang="en-US" altLang="ko-KR" sz="1400" dirty="0" smtClean="0"/>
              <a:t>;</a:t>
            </a:r>
          </a:p>
          <a:p>
            <a:pPr lvl="3"/>
            <a:r>
              <a:rPr lang="en-US" altLang="ko-KR" sz="1400" dirty="0"/>
              <a:t>else if (</a:t>
            </a:r>
            <a:r>
              <a:rPr lang="en-US" altLang="ko-KR" sz="1400" dirty="0" err="1"/>
              <a:t>lParam</a:t>
            </a:r>
            <a:r>
              <a:rPr lang="en-US" altLang="ko-KR" sz="1400" dirty="0"/>
              <a:t> == </a:t>
            </a:r>
            <a:r>
              <a:rPr lang="en-US" altLang="ko-KR" sz="1400" i="1" dirty="0"/>
              <a:t>WM_RBUTTONUP</a:t>
            </a:r>
            <a:r>
              <a:rPr lang="en-US" altLang="ko-KR" sz="1400" dirty="0" smtClean="0"/>
              <a:t>) </a:t>
            </a:r>
            <a:r>
              <a:rPr lang="en-US" altLang="ko-KR" sz="1400" dirty="0"/>
              <a:t>_</a:t>
            </a:r>
            <a:r>
              <a:rPr lang="en-US" altLang="ko-KR" sz="1400" dirty="0" err="1"/>
              <a:t>mouseDownPoint</a:t>
            </a:r>
            <a:r>
              <a:rPr lang="en-US" altLang="ko-KR" sz="1400" dirty="0"/>
              <a:t> = </a:t>
            </a:r>
            <a:r>
              <a:rPr lang="en-US" altLang="ko-KR" sz="1400" i="1" dirty="0" err="1"/>
              <a:t>CPoint</a:t>
            </a:r>
            <a:r>
              <a:rPr lang="en-US" altLang="ko-KR" sz="1400" dirty="0"/>
              <a:t>(0, 0</a:t>
            </a:r>
            <a:r>
              <a:rPr lang="en-US" altLang="ko-KR" sz="1400" dirty="0" smtClean="0"/>
              <a:t>);</a:t>
            </a:r>
          </a:p>
          <a:p>
            <a:pPr lvl="3"/>
            <a:r>
              <a:rPr lang="en-US" altLang="ko-KR" sz="1400" dirty="0"/>
              <a:t>else if (</a:t>
            </a:r>
            <a:r>
              <a:rPr lang="en-US" altLang="ko-KR" sz="1400" dirty="0" err="1"/>
              <a:t>lParam</a:t>
            </a:r>
            <a:r>
              <a:rPr lang="en-US" altLang="ko-KR" sz="1400" dirty="0"/>
              <a:t> == </a:t>
            </a:r>
            <a:r>
              <a:rPr lang="en-US" altLang="ko-KR" sz="1400" i="1" dirty="0"/>
              <a:t>WM_MOUSEHWHEEL</a:t>
            </a:r>
            <a:r>
              <a:rPr lang="en-US" altLang="ko-KR" sz="1400" dirty="0" smtClean="0"/>
              <a:t>) </a:t>
            </a:r>
            <a:r>
              <a:rPr lang="en-US" altLang="ko-KR" sz="1400" dirty="0" err="1"/>
              <a:t>m_pView</a:t>
            </a:r>
            <a:r>
              <a:rPr lang="en-US" altLang="ko-KR" sz="1400" dirty="0"/>
              <a:t>-&gt;</a:t>
            </a:r>
            <a:r>
              <a:rPr lang="en-US" altLang="ko-KR" sz="1400" dirty="0" err="1"/>
              <a:t>ZoomIn</a:t>
            </a:r>
            <a:r>
              <a:rPr lang="en-US" altLang="ko-KR" sz="1400" dirty="0"/>
              <a:t>(1.1</a:t>
            </a:r>
            <a:r>
              <a:rPr lang="en-US" altLang="ko-KR" sz="1400" dirty="0" smtClean="0"/>
              <a:t>); </a:t>
            </a:r>
            <a:r>
              <a:rPr lang="en-US" altLang="ko-KR" sz="1400" dirty="0" err="1"/>
              <a:t>m_pView</a:t>
            </a:r>
            <a:r>
              <a:rPr lang="en-US" altLang="ko-KR" sz="1400" dirty="0"/>
              <a:t>-&gt;</a:t>
            </a:r>
            <a:r>
              <a:rPr lang="en-US" altLang="ko-KR" sz="1400" dirty="0" err="1"/>
              <a:t>ZoomOut</a:t>
            </a:r>
            <a:r>
              <a:rPr lang="en-US" altLang="ko-KR" sz="1400" dirty="0"/>
              <a:t>(1.1</a:t>
            </a:r>
            <a:r>
              <a:rPr lang="en-US" altLang="ko-KR" sz="1400" dirty="0" smtClean="0"/>
              <a:t>);</a:t>
            </a:r>
          </a:p>
          <a:p>
            <a:pPr lvl="3"/>
            <a:r>
              <a:rPr lang="en-US" altLang="ko-KR" sz="1400" dirty="0"/>
              <a:t>else if (</a:t>
            </a:r>
            <a:r>
              <a:rPr lang="en-US" altLang="ko-KR" sz="1400" dirty="0" err="1"/>
              <a:t>lParam</a:t>
            </a:r>
            <a:r>
              <a:rPr lang="en-US" altLang="ko-KR" sz="1400" dirty="0"/>
              <a:t> == </a:t>
            </a:r>
            <a:r>
              <a:rPr lang="en-US" altLang="ko-KR" sz="1400" i="1" dirty="0"/>
              <a:t>WM_MOUSEMOVE</a:t>
            </a:r>
            <a:r>
              <a:rPr lang="en-US" altLang="ko-KR" sz="1400" dirty="0" smtClean="0"/>
              <a:t>) </a:t>
            </a:r>
          </a:p>
          <a:p>
            <a:pPr lvl="4"/>
            <a:r>
              <a:rPr lang="en-US" altLang="ko-KR" sz="1400" dirty="0"/>
              <a:t>if (_</a:t>
            </a:r>
            <a:r>
              <a:rPr lang="en-US" altLang="ko-KR" sz="1400" dirty="0" err="1"/>
              <a:t>mouseButton</a:t>
            </a:r>
            <a:r>
              <a:rPr lang="en-US" altLang="ko-KR" sz="1400" dirty="0"/>
              <a:t> == 1</a:t>
            </a:r>
            <a:r>
              <a:rPr lang="en-US" altLang="ko-KR" sz="1400" dirty="0" smtClean="0"/>
              <a:t>) Rotate		// </a:t>
            </a:r>
            <a:r>
              <a:rPr lang="en-US" altLang="ko-KR" sz="1400" dirty="0" err="1"/>
              <a:t>lParam</a:t>
            </a:r>
            <a:r>
              <a:rPr lang="en-US" altLang="ko-KR" sz="1400" dirty="0"/>
              <a:t> == </a:t>
            </a:r>
            <a:r>
              <a:rPr lang="en-US" altLang="ko-KR" sz="1400" i="1" dirty="0"/>
              <a:t>WM_LBUTTONDOWN</a:t>
            </a:r>
            <a:endParaRPr lang="en-US" altLang="ko-KR" sz="1400" dirty="0" smtClean="0"/>
          </a:p>
          <a:p>
            <a:pPr lvl="4"/>
            <a:r>
              <a:rPr lang="en-US" altLang="ko-KR" sz="1400" dirty="0" smtClean="0"/>
              <a:t>else </a:t>
            </a:r>
            <a:r>
              <a:rPr lang="en-US" altLang="ko-KR" sz="1400" dirty="0"/>
              <a:t>if (_</a:t>
            </a:r>
            <a:r>
              <a:rPr lang="en-US" altLang="ko-KR" sz="1400" dirty="0" err="1"/>
              <a:t>mouseButton</a:t>
            </a:r>
            <a:r>
              <a:rPr lang="en-US" altLang="ko-KR" sz="1400" dirty="0"/>
              <a:t> == 2</a:t>
            </a:r>
            <a:r>
              <a:rPr lang="en-US" altLang="ko-KR" sz="1400" dirty="0" smtClean="0"/>
              <a:t>) </a:t>
            </a:r>
            <a:r>
              <a:rPr lang="en-US" altLang="ko-KR" sz="1400" dirty="0" err="1" smtClean="0"/>
              <a:t>Transiant</a:t>
            </a:r>
            <a:r>
              <a:rPr lang="en-US" altLang="ko-KR" sz="1400" dirty="0" smtClean="0"/>
              <a:t>	// </a:t>
            </a:r>
            <a:r>
              <a:rPr lang="en-US" altLang="ko-KR" sz="1400" dirty="0" err="1"/>
              <a:t>lParam</a:t>
            </a:r>
            <a:r>
              <a:rPr lang="en-US" altLang="ko-KR" sz="1400" dirty="0"/>
              <a:t> == </a:t>
            </a:r>
            <a:r>
              <a:rPr lang="en-US" altLang="ko-KR" sz="1400" i="1" dirty="0"/>
              <a:t>WM_RBUTTONDOWN</a:t>
            </a:r>
            <a:endParaRPr lang="en-US" altLang="ko-KR" sz="1400" dirty="0" smtClean="0"/>
          </a:p>
          <a:p>
            <a:pPr lvl="4"/>
            <a:r>
              <a:rPr lang="en-US" altLang="ko-KR" sz="1400" dirty="0"/>
              <a:t>else if (_</a:t>
            </a:r>
            <a:r>
              <a:rPr lang="en-US" altLang="ko-KR" sz="1400" dirty="0" err="1"/>
              <a:t>mouseButton</a:t>
            </a:r>
            <a:r>
              <a:rPr lang="en-US" altLang="ko-KR" sz="1400" dirty="0"/>
              <a:t> == 3</a:t>
            </a:r>
            <a:r>
              <a:rPr lang="en-US" altLang="ko-KR" sz="1400" dirty="0" smtClean="0"/>
              <a:t>) ?</a:t>
            </a:r>
          </a:p>
          <a:p>
            <a:pPr lvl="4"/>
            <a:r>
              <a:rPr lang="en-US" altLang="ko-KR" sz="1400" dirty="0"/>
              <a:t>_</a:t>
            </a:r>
            <a:r>
              <a:rPr lang="en-US" altLang="ko-KR" sz="1400" dirty="0" err="1"/>
              <a:t>mouseDownPoint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m_pView</a:t>
            </a:r>
            <a:r>
              <a:rPr lang="en-US" altLang="ko-KR" sz="1400" dirty="0"/>
              <a:t>-&gt;</a:t>
            </a:r>
            <a:r>
              <a:rPr lang="en-US" altLang="ko-KR" sz="1400" dirty="0" err="1"/>
              <a:t>m_ptCurPos</a:t>
            </a:r>
            <a:r>
              <a:rPr lang="en-US" altLang="ko-KR" sz="1400" dirty="0"/>
              <a:t>;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570846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 smtClean="0"/>
              <a:t>Zygo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Mx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2026.03.11</a:t>
            </a:r>
          </a:p>
          <a:p>
            <a:endParaRPr lang="en-US" altLang="ko-KR" dirty="0"/>
          </a:p>
          <a:p>
            <a:r>
              <a:rPr lang="ko-KR" altLang="en-US" dirty="0" smtClean="0"/>
              <a:t>신  용  대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92614027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User Interface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3433" y="1825625"/>
            <a:ext cx="674513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60172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516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51180</TotalTime>
  <Words>4126</Words>
  <Application>Microsoft Office PowerPoint</Application>
  <PresentationFormat>와이드스크린</PresentationFormat>
  <Paragraphs>902</Paragraphs>
  <Slides>81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81</vt:i4>
      </vt:variant>
    </vt:vector>
  </HeadingPairs>
  <TitlesOfParts>
    <vt:vector size="86" baseType="lpstr">
      <vt:lpstr>Arial Unicode MS</vt:lpstr>
      <vt:lpstr>돋움체</vt:lpstr>
      <vt:lpstr>맑은 고딕</vt:lpstr>
      <vt:lpstr>Arial</vt:lpstr>
      <vt:lpstr>Office 테마</vt:lpstr>
      <vt:lpstr>Zygo Software개발</vt:lpstr>
      <vt:lpstr>목차</vt:lpstr>
      <vt:lpstr>Zygo Class</vt:lpstr>
      <vt:lpstr>Remote Access with DLL</vt:lpstr>
      <vt:lpstr>MxClient Class (Class : 1)</vt:lpstr>
      <vt:lpstr>MxClient Class (Class : 1)</vt:lpstr>
      <vt:lpstr>MxClient Class (Class : 1)</vt:lpstr>
      <vt:lpstr>Core Class (Class : 2)</vt:lpstr>
      <vt:lpstr>Enumerations (Class : 3)</vt:lpstr>
      <vt:lpstr>MxService Class (Class : 4)</vt:lpstr>
      <vt:lpstr>MxService Class (Class : 4)</vt:lpstr>
      <vt:lpstr>MxService Class (Class : 4)</vt:lpstr>
      <vt:lpstr>MxService Class (Class : 4)</vt:lpstr>
      <vt:lpstr>MxService Class (Class : 4)</vt:lpstr>
      <vt:lpstr>MxService Class (Class : 4)</vt:lpstr>
      <vt:lpstr>MxService Class (Class : 4)</vt:lpstr>
      <vt:lpstr>MxService Class (Class : 4)</vt:lpstr>
      <vt:lpstr>InstrumentService Class (Class : 5)</vt:lpstr>
      <vt:lpstr>InstrumentService Class (Class : 5)</vt:lpstr>
      <vt:lpstr>InstrumentService Class (Class : 5)</vt:lpstr>
      <vt:lpstr>InstrumentService Class (Class : 5)</vt:lpstr>
      <vt:lpstr>InstrumentService Class (Class : 5)</vt:lpstr>
      <vt:lpstr>InstrumentService Class (Class : 5)</vt:lpstr>
      <vt:lpstr>InstrumentService Class (Class : 5)</vt:lpstr>
      <vt:lpstr>InstrumentService Class (Class : 5)</vt:lpstr>
      <vt:lpstr>InstrumentService Class (Class : 5)</vt:lpstr>
      <vt:lpstr>MasksService Class (Class : 6)</vt:lpstr>
      <vt:lpstr>MasksService Class (Class : 6)</vt:lpstr>
      <vt:lpstr>MasksService Class (Class : 6)</vt:lpstr>
      <vt:lpstr>FiducialsServiceClass (Class : 7)</vt:lpstr>
      <vt:lpstr>FiducialsServiceClass (Class : 7)</vt:lpstr>
      <vt:lpstr>FiducialsServiceClass (Class : 7)</vt:lpstr>
      <vt:lpstr>MotionService Class (Class : 8)</vt:lpstr>
      <vt:lpstr>MotionService Class (Class : 8)</vt:lpstr>
      <vt:lpstr>MotionService Class (Class : 8)</vt:lpstr>
      <vt:lpstr>MotionService Class (Class : 8)</vt:lpstr>
      <vt:lpstr>PatternService Class (Class : 9)</vt:lpstr>
      <vt:lpstr>RecipeService Class (Class : 10)</vt:lpstr>
      <vt:lpstr>SystemCommandsService Class (Class : 11)</vt:lpstr>
      <vt:lpstr>UserInterfaceService Class (Class : 12)</vt:lpstr>
      <vt:lpstr>UserInterfaceService Class (Class : 12)</vt:lpstr>
      <vt:lpstr>UserInterfaceService Class (Class : 12)</vt:lpstr>
      <vt:lpstr>UserInterfaceService Class (Class : 12)</vt:lpstr>
      <vt:lpstr>UserInterfaceService Class (Class : 12)</vt:lpstr>
      <vt:lpstr>UserInterfaceService Class (Class : 12)</vt:lpstr>
      <vt:lpstr>UserInterfaceService Class (Class : 12)</vt:lpstr>
      <vt:lpstr>UserFunctionService Class (Class : 12)</vt:lpstr>
      <vt:lpstr>Zygo제어를 위한  Packet설계</vt:lpstr>
      <vt:lpstr>기존에 사용된 Packet 구조</vt:lpstr>
      <vt:lpstr>기존에 사용된 packetData</vt:lpstr>
      <vt:lpstr>case 0://분류 0(Turret Setting)</vt:lpstr>
      <vt:lpstr>현재 사용된 Packet 구조</vt:lpstr>
      <vt:lpstr>MFC용 Zygo 라이브러리 개발</vt:lpstr>
      <vt:lpstr>측정 제어 방식(현재 방식) </vt:lpstr>
      <vt:lpstr>측정 제어 방식(원하는 방식) </vt:lpstr>
      <vt:lpstr>C#용 Class Library (Zygo Server)</vt:lpstr>
      <vt:lpstr>MFC용 Class Library (SSR5 Client)</vt:lpstr>
      <vt:lpstr>프로그램 연결 구성</vt:lpstr>
      <vt:lpstr>SSR5와 Zygo간 명령/응답 속도</vt:lpstr>
      <vt:lpstr>타입캐스트</vt:lpstr>
      <vt:lpstr>PowerPoint 프레젠테이션</vt:lpstr>
      <vt:lpstr>Zygo 3D Data</vt:lpstr>
      <vt:lpstr>xyz Format</vt:lpstr>
      <vt:lpstr>XYZ Pixel Resolution</vt:lpstr>
      <vt:lpstr>Phase Data</vt:lpstr>
      <vt:lpstr>example</vt:lpstr>
      <vt:lpstr>ASCII파일(.xyz) 구조</vt:lpstr>
      <vt:lpstr>Datx File이란?</vt:lpstr>
      <vt:lpstr>Datx 파일</vt:lpstr>
      <vt:lpstr>HDF5 ( Hierarchical Data Format)</vt:lpstr>
      <vt:lpstr>HDF5 간단한 예</vt:lpstr>
      <vt:lpstr>Zygo datx format</vt:lpstr>
      <vt:lpstr>Reading Zygo DATX with C++ &amp; HDF5</vt:lpstr>
      <vt:lpstr>포함 DLL</vt:lpstr>
      <vt:lpstr>SSR 3D Viewer</vt:lpstr>
      <vt:lpstr>측정된 3D 데이터 뷰어</vt:lpstr>
      <vt:lpstr>3D Rendering 순서</vt:lpstr>
      <vt:lpstr>OpenGL Event 처리</vt:lpstr>
      <vt:lpstr>Zygo Mx</vt:lpstr>
      <vt:lpstr>User Interface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Zygo Class</dc:title>
  <dc:creator>Microsoft 계정</dc:creator>
  <cp:lastModifiedBy>Microsoft 계정</cp:lastModifiedBy>
  <cp:revision>107</cp:revision>
  <cp:lastPrinted>2026-03-06T01:07:16Z</cp:lastPrinted>
  <dcterms:created xsi:type="dcterms:W3CDTF">2026-01-13T05:42:38Z</dcterms:created>
  <dcterms:modified xsi:type="dcterms:W3CDTF">2026-03-16T05:29:07Z</dcterms:modified>
</cp:coreProperties>
</file>