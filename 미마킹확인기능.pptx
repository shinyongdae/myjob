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</p:sldIdLst>
  <p:sldSz cx="12192000" cy="6858000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742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68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6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67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6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6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44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89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288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38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49D12-BE39-49F0-8E3D-94509DD76978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F0A52-DF59-4643-AB5A-2FECF0C48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58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"/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if"/><Relationship Id="rId5" Type="http://schemas.openxmlformats.org/officeDocument/2006/relationships/image" Target="../media/image8.tif"/><Relationship Id="rId4" Type="http://schemas.openxmlformats.org/officeDocument/2006/relationships/image" Target="../media/image7.t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7" Type="http://schemas.openxmlformats.org/officeDocument/2006/relationships/image" Target="../media/image15.png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모델 비교로 </a:t>
            </a:r>
            <a:r>
              <a:rPr lang="ko-KR" altLang="en-US" dirty="0" err="1"/>
              <a:t>미마킹</a:t>
            </a:r>
            <a:r>
              <a:rPr lang="ko-KR" altLang="en-US" dirty="0"/>
              <a:t> </a:t>
            </a:r>
            <a:r>
              <a:rPr lang="ko-KR" altLang="en-US" dirty="0" smtClean="0"/>
              <a:t>확인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121152" cy="3121152"/>
          </a:xfrm>
        </p:spPr>
      </p:pic>
      <p:sp>
        <p:nvSpPr>
          <p:cNvPr id="5" name="직사각형 4"/>
          <p:cNvSpPr/>
          <p:nvPr/>
        </p:nvSpPr>
        <p:spPr>
          <a:xfrm>
            <a:off x="838200" y="1690688"/>
            <a:ext cx="3121152" cy="3121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031813" y="5101389"/>
            <a:ext cx="73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1024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0833" y="3333134"/>
            <a:ext cx="73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1024</a:t>
            </a:r>
            <a:endParaRPr lang="ko-KR" altLang="en-US" dirty="0"/>
          </a:p>
        </p:txBody>
      </p:sp>
      <p:cxnSp>
        <p:nvCxnSpPr>
          <p:cNvPr id="9" name="직선 연결선 8"/>
          <p:cNvCxnSpPr>
            <a:stCxn id="5" idx="0"/>
            <a:endCxn id="4" idx="2"/>
          </p:cNvCxnSpPr>
          <p:nvPr/>
        </p:nvCxnSpPr>
        <p:spPr>
          <a:xfrm>
            <a:off x="2398776" y="1690688"/>
            <a:ext cx="0" cy="31211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4" idx="1"/>
            <a:endCxn id="4" idx="3"/>
          </p:cNvCxnSpPr>
          <p:nvPr/>
        </p:nvCxnSpPr>
        <p:spPr>
          <a:xfrm>
            <a:off x="838200" y="3251264"/>
            <a:ext cx="31211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168785" y="3037208"/>
            <a:ext cx="439923" cy="428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490037" y="1824645"/>
            <a:ext cx="842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100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10337" y="3379301"/>
            <a:ext cx="842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100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41820" y="2978844"/>
            <a:ext cx="842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100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277" y="1752453"/>
            <a:ext cx="1457528" cy="1495634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4975839" y="1762560"/>
            <a:ext cx="1485863" cy="1488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5840332" y="3280959"/>
            <a:ext cx="842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100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046" y="2015929"/>
            <a:ext cx="866896" cy="8954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15833" y="3041385"/>
            <a:ext cx="114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모델선택</a:t>
            </a:r>
            <a:endParaRPr lang="ko-KR" altLang="en-US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400" y="1622822"/>
            <a:ext cx="1494521" cy="1494521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9824058" y="1619596"/>
            <a:ext cx="1485863" cy="1488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7748966" y="2015929"/>
            <a:ext cx="882633" cy="895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10121343" y="1887028"/>
            <a:ext cx="882633" cy="895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화살표 28"/>
          <p:cNvSpPr/>
          <p:nvPr/>
        </p:nvSpPr>
        <p:spPr>
          <a:xfrm>
            <a:off x="4211053" y="2506912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화살표 29"/>
          <p:cNvSpPr/>
          <p:nvPr/>
        </p:nvSpPr>
        <p:spPr>
          <a:xfrm>
            <a:off x="6918122" y="2463666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오른쪽 화살표 30"/>
          <p:cNvSpPr/>
          <p:nvPr/>
        </p:nvSpPr>
        <p:spPr>
          <a:xfrm>
            <a:off x="9040224" y="2463666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50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모델선정이 </a:t>
            </a:r>
            <a:r>
              <a:rPr lang="ko-KR" altLang="en-US" dirty="0" err="1" smtClean="0"/>
              <a:t>않되는</a:t>
            </a:r>
            <a:r>
              <a:rPr lang="ko-KR" altLang="en-US" dirty="0" smtClean="0"/>
              <a:t> 경우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7"/>
            <a:ext cx="1914427" cy="1914427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683" y="1690686"/>
            <a:ext cx="1914427" cy="19144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166" y="1690685"/>
            <a:ext cx="1914427" cy="191442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592" y="1695400"/>
            <a:ext cx="1909712" cy="190971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076" y="1690685"/>
            <a:ext cx="1909714" cy="190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09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 smtClean="0"/>
              <a:t>히스토그램으로 </a:t>
            </a:r>
            <a:r>
              <a:rPr lang="ko-KR" altLang="en-US" dirty="0" err="1"/>
              <a:t>미마킹</a:t>
            </a:r>
            <a:r>
              <a:rPr lang="ko-KR" altLang="en-US" dirty="0"/>
              <a:t> </a:t>
            </a:r>
            <a:r>
              <a:rPr lang="ko-KR" altLang="en-US" dirty="0" smtClean="0"/>
              <a:t>확인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064795" y="1997046"/>
            <a:ext cx="1485863" cy="1495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95" y="1997046"/>
            <a:ext cx="1495634" cy="1495634"/>
          </a:xfrm>
          <a:prstGeom prst="rect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94" y="3799038"/>
            <a:ext cx="1485863" cy="1485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672" y="3799038"/>
            <a:ext cx="2010454" cy="185580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919" y="1690688"/>
            <a:ext cx="2015207" cy="188494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0616" y="1997046"/>
            <a:ext cx="4837106" cy="3287855"/>
          </a:xfrm>
          <a:prstGeom prst="rect">
            <a:avLst/>
          </a:prstGeom>
        </p:spPr>
      </p:pic>
      <p:sp>
        <p:nvSpPr>
          <p:cNvPr id="11" name="오른쪽 화살표 10"/>
          <p:cNvSpPr/>
          <p:nvPr/>
        </p:nvSpPr>
        <p:spPr>
          <a:xfrm>
            <a:off x="3007895" y="2430915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 11"/>
          <p:cNvSpPr/>
          <p:nvPr/>
        </p:nvSpPr>
        <p:spPr>
          <a:xfrm>
            <a:off x="3007894" y="4284598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6096000" y="3373388"/>
            <a:ext cx="469231" cy="4044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455821" y="4229321"/>
            <a:ext cx="661737" cy="535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8707432" y="4284598"/>
            <a:ext cx="1062210" cy="479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6932" y="5378613"/>
            <a:ext cx="4924473" cy="12779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47534" y="2263829"/>
            <a:ext cx="91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미마킹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920098" y="4395173"/>
            <a:ext cx="91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마킹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0702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미마킹</a:t>
            </a:r>
            <a:r>
              <a:rPr lang="ko-KR" altLang="en-US" dirty="0" smtClean="0"/>
              <a:t> 검출 방식</a:t>
            </a:r>
            <a:endParaRPr lang="ko-KR" altLang="en-US" dirty="0"/>
          </a:p>
        </p:txBody>
      </p:sp>
      <p:pic>
        <p:nvPicPr>
          <p:cNvPr id="59" name="내용 개체 틀 5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694" y="1862422"/>
            <a:ext cx="4004199" cy="410888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3" name="그림 7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917" y="1862422"/>
            <a:ext cx="4108886" cy="410888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83" name="직선 연결선 82"/>
          <p:cNvCxnSpPr/>
          <p:nvPr/>
        </p:nvCxnSpPr>
        <p:spPr>
          <a:xfrm>
            <a:off x="7175703" y="1862422"/>
            <a:ext cx="0" cy="41088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>
            <a:endCxn id="73" idx="3"/>
          </p:cNvCxnSpPr>
          <p:nvPr/>
        </p:nvCxnSpPr>
        <p:spPr>
          <a:xfrm flipV="1">
            <a:off x="5143917" y="3916865"/>
            <a:ext cx="4108886" cy="162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flipV="1">
            <a:off x="897630" y="5971308"/>
            <a:ext cx="0" cy="52171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870694" y="6369908"/>
            <a:ext cx="210619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8.8um * 100pixel = 880um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90" name="직선 화살표 연결선 89"/>
          <p:cNvCxnSpPr/>
          <p:nvPr/>
        </p:nvCxnSpPr>
        <p:spPr>
          <a:xfrm>
            <a:off x="921694" y="6232163"/>
            <a:ext cx="4004199" cy="0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V="1">
            <a:off x="4925893" y="5971308"/>
            <a:ext cx="0" cy="52171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 flipV="1">
            <a:off x="5094007" y="5928384"/>
            <a:ext cx="0" cy="52171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245783" y="6312350"/>
            <a:ext cx="210619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8.8um * 100pixel = 880um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5094007" y="6232163"/>
            <a:ext cx="4142665" cy="0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 flipV="1">
            <a:off x="9236672" y="5971308"/>
            <a:ext cx="0" cy="52171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 flipH="1" flipV="1">
            <a:off x="6096000" y="3640621"/>
            <a:ext cx="252920" cy="361633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 flipH="1" flipV="1">
            <a:off x="7286849" y="2764292"/>
            <a:ext cx="252920" cy="361633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/>
          <p:nvPr/>
        </p:nvCxnSpPr>
        <p:spPr>
          <a:xfrm flipH="1">
            <a:off x="6259942" y="2945108"/>
            <a:ext cx="1153368" cy="876329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6293938" y="3079636"/>
            <a:ext cx="6896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300um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03" name="이등변 삼각형 102"/>
          <p:cNvSpPr/>
          <p:nvPr/>
        </p:nvSpPr>
        <p:spPr>
          <a:xfrm>
            <a:off x="2132598" y="3357729"/>
            <a:ext cx="1427470" cy="139178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/>
          <p:cNvGrpSpPr/>
          <p:nvPr/>
        </p:nvGrpSpPr>
        <p:grpSpPr>
          <a:xfrm>
            <a:off x="2982525" y="3003886"/>
            <a:ext cx="1086574" cy="790940"/>
            <a:chOff x="2992191" y="3125925"/>
            <a:chExt cx="1086574" cy="790940"/>
          </a:xfrm>
        </p:grpSpPr>
        <p:sp>
          <p:nvSpPr>
            <p:cNvPr id="104" name="타원 103"/>
            <p:cNvSpPr/>
            <p:nvPr/>
          </p:nvSpPr>
          <p:spPr>
            <a:xfrm>
              <a:off x="2992191" y="3125925"/>
              <a:ext cx="1047040" cy="7909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3078170" y="3328595"/>
              <a:ext cx="100059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b="1" dirty="0" err="1" smtClean="0">
                  <a:solidFill>
                    <a:srgbClr val="FF0000"/>
                  </a:solidFill>
                </a:rPr>
                <a:t>밝기값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240DN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이상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06" name="직사각형 105"/>
          <p:cNvSpPr/>
          <p:nvPr/>
        </p:nvSpPr>
        <p:spPr>
          <a:xfrm>
            <a:off x="1678206" y="2658711"/>
            <a:ext cx="2368858" cy="24547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직선 화살표 연결선 97"/>
          <p:cNvCxnSpPr/>
          <p:nvPr/>
        </p:nvCxnSpPr>
        <p:spPr>
          <a:xfrm>
            <a:off x="2850432" y="2673656"/>
            <a:ext cx="0" cy="2439765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615669" y="5296198"/>
            <a:ext cx="6896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500um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07" name="이등변 삼각형 106"/>
          <p:cNvSpPr/>
          <p:nvPr/>
        </p:nvSpPr>
        <p:spPr>
          <a:xfrm>
            <a:off x="1678205" y="2674568"/>
            <a:ext cx="2340696" cy="2438852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연결선 85"/>
          <p:cNvCxnSpPr>
            <a:endCxn id="59" idx="3"/>
          </p:cNvCxnSpPr>
          <p:nvPr/>
        </p:nvCxnSpPr>
        <p:spPr>
          <a:xfrm>
            <a:off x="921694" y="3916865"/>
            <a:ext cx="400419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stCxn id="59" idx="0"/>
            <a:endCxn id="59" idx="2"/>
          </p:cNvCxnSpPr>
          <p:nvPr/>
        </p:nvCxnSpPr>
        <p:spPr>
          <a:xfrm>
            <a:off x="2923794" y="1862422"/>
            <a:ext cx="0" cy="41088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52" y="1333841"/>
            <a:ext cx="2738862" cy="1169536"/>
          </a:xfrm>
          <a:prstGeom prst="rect">
            <a:avLst/>
          </a:prstGeom>
        </p:spPr>
      </p:pic>
      <p:cxnSp>
        <p:nvCxnSpPr>
          <p:cNvPr id="108" name="직선 연결선 107"/>
          <p:cNvCxnSpPr/>
          <p:nvPr/>
        </p:nvCxnSpPr>
        <p:spPr>
          <a:xfrm flipV="1">
            <a:off x="1661435" y="5107610"/>
            <a:ext cx="0" cy="52171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 flipV="1">
            <a:off x="4047064" y="5051486"/>
            <a:ext cx="0" cy="52171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/>
          <p:nvPr/>
        </p:nvCxnSpPr>
        <p:spPr>
          <a:xfrm>
            <a:off x="1661435" y="5344207"/>
            <a:ext cx="2315456" cy="0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/>
          <p:cNvSpPr/>
          <p:nvPr/>
        </p:nvSpPr>
        <p:spPr>
          <a:xfrm>
            <a:off x="2376487" y="407002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60%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 flipH="1">
            <a:off x="1864908" y="1501656"/>
            <a:ext cx="3321808" cy="14313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/>
          <p:nvPr/>
        </p:nvCxnSpPr>
        <p:spPr>
          <a:xfrm flipH="1">
            <a:off x="3715843" y="1515773"/>
            <a:ext cx="1428074" cy="12951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/>
          <p:nvPr/>
        </p:nvCxnSpPr>
        <p:spPr>
          <a:xfrm flipH="1">
            <a:off x="2132598" y="1540049"/>
            <a:ext cx="3030492" cy="347103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/>
          <p:cNvCxnSpPr/>
          <p:nvPr/>
        </p:nvCxnSpPr>
        <p:spPr>
          <a:xfrm flipH="1">
            <a:off x="3729658" y="1533549"/>
            <a:ext cx="1414258" cy="34210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9647733" y="4666509"/>
            <a:ext cx="23958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dirty="0" err="1" smtClean="0">
                <a:solidFill>
                  <a:schemeClr val="accent6">
                    <a:lumMod val="75000"/>
                  </a:schemeClr>
                </a:solidFill>
              </a:rPr>
              <a:t>마킹한</a:t>
            </a:r>
            <a:r>
              <a:rPr lang="ko-KR" altLang="en-US" sz="1600" b="1" dirty="0" smtClean="0">
                <a:solidFill>
                  <a:schemeClr val="accent6">
                    <a:lumMod val="75000"/>
                  </a:schemeClr>
                </a:solidFill>
              </a:rPr>
              <a:t> 부분으로 인식함</a:t>
            </a:r>
            <a:endParaRPr lang="ko-KR" altLang="en-U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25" name="그림 1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505" y="6324598"/>
            <a:ext cx="988292" cy="484163"/>
          </a:xfrm>
          <a:prstGeom prst="rect">
            <a:avLst/>
          </a:prstGeom>
        </p:spPr>
      </p:pic>
      <p:pic>
        <p:nvPicPr>
          <p:cNvPr id="126" name="그림 1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610" y="1344873"/>
            <a:ext cx="2705778" cy="1178517"/>
          </a:xfrm>
          <a:prstGeom prst="rect">
            <a:avLst/>
          </a:prstGeom>
        </p:spPr>
      </p:pic>
      <p:grpSp>
        <p:nvGrpSpPr>
          <p:cNvPr id="127" name="그룹 126"/>
          <p:cNvGrpSpPr/>
          <p:nvPr/>
        </p:nvGrpSpPr>
        <p:grpSpPr>
          <a:xfrm>
            <a:off x="7574742" y="3797495"/>
            <a:ext cx="832623" cy="790940"/>
            <a:chOff x="2992191" y="3125925"/>
            <a:chExt cx="1086574" cy="790940"/>
          </a:xfrm>
        </p:grpSpPr>
        <p:sp>
          <p:nvSpPr>
            <p:cNvPr id="128" name="타원 127"/>
            <p:cNvSpPr/>
            <p:nvPr/>
          </p:nvSpPr>
          <p:spPr>
            <a:xfrm>
              <a:off x="2992191" y="3125925"/>
              <a:ext cx="1047040" cy="7909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직사각형 128"/>
            <p:cNvSpPr/>
            <p:nvPr/>
          </p:nvSpPr>
          <p:spPr>
            <a:xfrm>
              <a:off x="3078170" y="3328595"/>
              <a:ext cx="100059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b="1" dirty="0" err="1" smtClean="0">
                  <a:solidFill>
                    <a:srgbClr val="FF0000"/>
                  </a:solidFill>
                </a:rPr>
                <a:t>밝기값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240DN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이상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30" name="직사각형 129"/>
          <p:cNvSpPr/>
          <p:nvPr/>
        </p:nvSpPr>
        <p:spPr>
          <a:xfrm>
            <a:off x="6510352" y="3297659"/>
            <a:ext cx="1329171" cy="12632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1" name="직선 연결선 130"/>
          <p:cNvCxnSpPr/>
          <p:nvPr/>
        </p:nvCxnSpPr>
        <p:spPr>
          <a:xfrm flipV="1">
            <a:off x="6491178" y="4542491"/>
            <a:ext cx="18007" cy="468594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/>
          <p:nvPr/>
        </p:nvCxnSpPr>
        <p:spPr>
          <a:xfrm flipV="1">
            <a:off x="7808502" y="4565581"/>
            <a:ext cx="18007" cy="468594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/>
          <p:cNvCxnSpPr/>
          <p:nvPr/>
        </p:nvCxnSpPr>
        <p:spPr>
          <a:xfrm>
            <a:off x="6500181" y="4799878"/>
            <a:ext cx="1308321" cy="0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/>
          <p:cNvSpPr/>
          <p:nvPr/>
        </p:nvSpPr>
        <p:spPr>
          <a:xfrm>
            <a:off x="6887640" y="4799878"/>
            <a:ext cx="6896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300um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37" name="이등변 삼각형 136"/>
          <p:cNvSpPr/>
          <p:nvPr/>
        </p:nvSpPr>
        <p:spPr>
          <a:xfrm>
            <a:off x="6804196" y="3601620"/>
            <a:ext cx="713735" cy="676547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6948932" y="397584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50%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9647733" y="2556064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카메라 중심 기준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300um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195974" y="2459944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카메라 중심 기준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500um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41" name="직선 화살표 연결선 140"/>
          <p:cNvCxnSpPr/>
          <p:nvPr/>
        </p:nvCxnSpPr>
        <p:spPr>
          <a:xfrm flipH="1" flipV="1">
            <a:off x="7412821" y="3601620"/>
            <a:ext cx="2439315" cy="9797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/>
          <p:cNvSpPr/>
          <p:nvPr/>
        </p:nvSpPr>
        <p:spPr>
          <a:xfrm>
            <a:off x="5186716" y="1261306"/>
            <a:ext cx="24564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dirty="0" err="1" smtClean="0">
                <a:solidFill>
                  <a:schemeClr val="accent6">
                    <a:lumMod val="75000"/>
                  </a:schemeClr>
                </a:solidFill>
              </a:rPr>
              <a:t>마킹한</a:t>
            </a:r>
            <a:r>
              <a:rPr lang="ko-KR" altLang="en-US" sz="1600" b="1" dirty="0" smtClean="0">
                <a:solidFill>
                  <a:schemeClr val="accent6">
                    <a:lumMod val="75000"/>
                  </a:schemeClr>
                </a:solidFill>
              </a:rPr>
              <a:t> 부분으로 인식함</a:t>
            </a:r>
            <a:endParaRPr lang="ko-KR" altLang="en-U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5518404" y="1504848"/>
            <a:ext cx="16610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 err="1" smtClean="0">
                <a:solidFill>
                  <a:srgbClr val="FF0000"/>
                </a:solidFill>
              </a:rPr>
              <a:t>마킹크기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대비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42.5%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26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165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마킹</a:t>
            </a:r>
            <a:r>
              <a:rPr lang="ko-KR" altLang="en-US" dirty="0" smtClean="0"/>
              <a:t> 영역의 폭 측정으로 </a:t>
            </a:r>
            <a:r>
              <a:rPr lang="ko-KR" altLang="en-US" dirty="0" err="1" smtClean="0"/>
              <a:t>미마킹</a:t>
            </a:r>
            <a:r>
              <a:rPr lang="ko-KR" altLang="en-US" dirty="0" smtClean="0"/>
              <a:t> 확인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이등변 삼각형 3"/>
          <p:cNvSpPr/>
          <p:nvPr/>
        </p:nvSpPr>
        <p:spPr>
          <a:xfrm>
            <a:off x="1298868" y="2210748"/>
            <a:ext cx="4062952" cy="3440784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>
            <a:stCxn id="4" idx="0"/>
          </p:cNvCxnSpPr>
          <p:nvPr/>
        </p:nvCxnSpPr>
        <p:spPr>
          <a:xfrm>
            <a:off x="3330344" y="2210748"/>
            <a:ext cx="0" cy="34407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>
            <a:stCxn id="4" idx="5"/>
          </p:cNvCxnSpPr>
          <p:nvPr/>
        </p:nvCxnSpPr>
        <p:spPr>
          <a:xfrm flipH="1">
            <a:off x="1298868" y="3931140"/>
            <a:ext cx="3047214" cy="1720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stCxn id="4" idx="4"/>
            <a:endCxn id="4" idx="1"/>
          </p:cNvCxnSpPr>
          <p:nvPr/>
        </p:nvCxnSpPr>
        <p:spPr>
          <a:xfrm flipH="1" flipV="1">
            <a:off x="2314606" y="3931140"/>
            <a:ext cx="3047214" cy="1720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3259643" y="4426432"/>
            <a:ext cx="141402" cy="1414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>
            <a:endCxn id="4" idx="1"/>
          </p:cNvCxnSpPr>
          <p:nvPr/>
        </p:nvCxnSpPr>
        <p:spPr>
          <a:xfrm flipH="1" flipV="1">
            <a:off x="2314606" y="3931140"/>
            <a:ext cx="1059337" cy="6366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endCxn id="4" idx="0"/>
          </p:cNvCxnSpPr>
          <p:nvPr/>
        </p:nvCxnSpPr>
        <p:spPr>
          <a:xfrm flipH="1" flipV="1">
            <a:off x="3330344" y="2210748"/>
            <a:ext cx="13553" cy="2244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endCxn id="4" idx="5"/>
          </p:cNvCxnSpPr>
          <p:nvPr/>
        </p:nvCxnSpPr>
        <p:spPr>
          <a:xfrm flipV="1">
            <a:off x="3384943" y="3931140"/>
            <a:ext cx="961139" cy="565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11" idx="4"/>
            <a:endCxn id="4" idx="3"/>
          </p:cNvCxnSpPr>
          <p:nvPr/>
        </p:nvCxnSpPr>
        <p:spPr>
          <a:xfrm>
            <a:off x="3330344" y="4567834"/>
            <a:ext cx="0" cy="10836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1" idx="5"/>
          </p:cNvCxnSpPr>
          <p:nvPr/>
        </p:nvCxnSpPr>
        <p:spPr>
          <a:xfrm>
            <a:off x="3380337" y="4547126"/>
            <a:ext cx="1981483" cy="1104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1298868" y="4498250"/>
            <a:ext cx="2067024" cy="11532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그룹 39"/>
          <p:cNvGrpSpPr/>
          <p:nvPr/>
        </p:nvGrpSpPr>
        <p:grpSpPr>
          <a:xfrm>
            <a:off x="2785551" y="3881148"/>
            <a:ext cx="1116692" cy="1206020"/>
            <a:chOff x="8127476" y="2830977"/>
            <a:chExt cx="1116692" cy="1206020"/>
          </a:xfrm>
        </p:grpSpPr>
        <p:sp>
          <p:nvSpPr>
            <p:cNvPr id="37" name="타원 36"/>
            <p:cNvSpPr/>
            <p:nvPr/>
          </p:nvSpPr>
          <p:spPr>
            <a:xfrm rot="1878294">
              <a:off x="8127476" y="2884602"/>
              <a:ext cx="1116692" cy="111669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이등변 삼각형 37"/>
            <p:cNvSpPr/>
            <p:nvPr/>
          </p:nvSpPr>
          <p:spPr>
            <a:xfrm rot="16200000">
              <a:off x="8731797" y="2848068"/>
              <a:ext cx="136690" cy="102507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이등변 삼각형 38"/>
            <p:cNvSpPr/>
            <p:nvPr/>
          </p:nvSpPr>
          <p:spPr>
            <a:xfrm rot="16200000" flipV="1">
              <a:off x="8495382" y="3923379"/>
              <a:ext cx="126061" cy="101176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3" name="직선 화살표 연결선 42"/>
          <p:cNvCxnSpPr/>
          <p:nvPr/>
        </p:nvCxnSpPr>
        <p:spPr>
          <a:xfrm flipV="1">
            <a:off x="6050479" y="5640467"/>
            <a:ext cx="4768770" cy="115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 flipV="1">
            <a:off x="6386145" y="2916820"/>
            <a:ext cx="0" cy="2977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720212" y="5694309"/>
            <a:ext cx="870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Degree</a:t>
            </a:r>
            <a:endParaRPr lang="ko-KR" altLang="en-US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5610790" y="2981442"/>
            <a:ext cx="870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Distance</a:t>
            </a:r>
            <a:endParaRPr lang="ko-KR" altLang="en-US" sz="1200" dirty="0"/>
          </a:p>
        </p:txBody>
      </p:sp>
      <p:cxnSp>
        <p:nvCxnSpPr>
          <p:cNvPr id="51" name="직선 연결선 50"/>
          <p:cNvCxnSpPr/>
          <p:nvPr/>
        </p:nvCxnSpPr>
        <p:spPr>
          <a:xfrm>
            <a:off x="10521387" y="5540576"/>
            <a:ext cx="0" cy="254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8434864" y="5532793"/>
            <a:ext cx="0" cy="254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7404717" y="5527538"/>
            <a:ext cx="0" cy="254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9507660" y="5513390"/>
            <a:ext cx="0" cy="254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265015" y="5819216"/>
            <a:ext cx="478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90</a:t>
            </a:r>
            <a:endParaRPr lang="ko-KR" altLang="en-US"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8202522" y="5832809"/>
            <a:ext cx="478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180</a:t>
            </a:r>
            <a:endParaRPr lang="ko-KR" alt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9266591" y="5818481"/>
            <a:ext cx="478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270</a:t>
            </a:r>
            <a:endParaRPr lang="ko-KR" alt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0282164" y="5806849"/>
            <a:ext cx="478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360</a:t>
            </a:r>
            <a:endParaRPr lang="ko-KR" altLang="en-US" sz="1200" dirty="0"/>
          </a:p>
        </p:txBody>
      </p:sp>
      <p:cxnSp>
        <p:nvCxnSpPr>
          <p:cNvPr id="61" name="직선 연결선 60"/>
          <p:cNvCxnSpPr/>
          <p:nvPr/>
        </p:nvCxnSpPr>
        <p:spPr>
          <a:xfrm>
            <a:off x="6733386" y="5513390"/>
            <a:ext cx="0" cy="254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785141" y="5540576"/>
            <a:ext cx="0" cy="254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090660" y="5540576"/>
            <a:ext cx="0" cy="254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10176618" y="5524455"/>
            <a:ext cx="0" cy="254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/>
          <p:cNvGrpSpPr/>
          <p:nvPr/>
        </p:nvGrpSpPr>
        <p:grpSpPr>
          <a:xfrm>
            <a:off x="6065947" y="2932086"/>
            <a:ext cx="5532474" cy="2337485"/>
            <a:chOff x="6065947" y="2932086"/>
            <a:chExt cx="5532474" cy="2337485"/>
          </a:xfrm>
        </p:grpSpPr>
        <p:sp>
          <p:nvSpPr>
            <p:cNvPr id="60" name="원호 59"/>
            <p:cNvSpPr/>
            <p:nvPr/>
          </p:nvSpPr>
          <p:spPr>
            <a:xfrm rot="10800000">
              <a:off x="7411162" y="2951353"/>
              <a:ext cx="1421803" cy="2307154"/>
            </a:xfrm>
            <a:prstGeom prst="arc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원호 64"/>
            <p:cNvSpPr/>
            <p:nvPr/>
          </p:nvSpPr>
          <p:spPr>
            <a:xfrm rot="10800000">
              <a:off x="8790680" y="2932087"/>
              <a:ext cx="1421803" cy="2307154"/>
            </a:xfrm>
            <a:prstGeom prst="arc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원호 65"/>
            <p:cNvSpPr/>
            <p:nvPr/>
          </p:nvSpPr>
          <p:spPr>
            <a:xfrm rot="10800000">
              <a:off x="10176618" y="2939604"/>
              <a:ext cx="1421803" cy="2307154"/>
            </a:xfrm>
            <a:prstGeom prst="arc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원호 66"/>
            <p:cNvSpPr/>
            <p:nvPr/>
          </p:nvSpPr>
          <p:spPr>
            <a:xfrm rot="10800000" flipH="1">
              <a:off x="6081632" y="2955792"/>
              <a:ext cx="1329530" cy="2307154"/>
            </a:xfrm>
            <a:prstGeom prst="arc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원호 67"/>
            <p:cNvSpPr/>
            <p:nvPr/>
          </p:nvSpPr>
          <p:spPr>
            <a:xfrm rot="10800000" flipH="1">
              <a:off x="7446895" y="2943661"/>
              <a:ext cx="1329530" cy="2307154"/>
            </a:xfrm>
            <a:prstGeom prst="arc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원호 68"/>
            <p:cNvSpPr/>
            <p:nvPr/>
          </p:nvSpPr>
          <p:spPr>
            <a:xfrm rot="10800000" flipH="1">
              <a:off x="8835645" y="2932086"/>
              <a:ext cx="1329530" cy="2307154"/>
            </a:xfrm>
            <a:prstGeom prst="arc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원호 69"/>
            <p:cNvSpPr/>
            <p:nvPr/>
          </p:nvSpPr>
          <p:spPr>
            <a:xfrm rot="10800000">
              <a:off x="6065947" y="2962417"/>
              <a:ext cx="1421803" cy="2307154"/>
            </a:xfrm>
            <a:prstGeom prst="arc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1" name="직선 연결선 70"/>
          <p:cNvCxnSpPr/>
          <p:nvPr/>
        </p:nvCxnSpPr>
        <p:spPr>
          <a:xfrm>
            <a:off x="6095106" y="5540576"/>
            <a:ext cx="0" cy="254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6095106" y="5269571"/>
            <a:ext cx="48313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6050479" y="4112102"/>
            <a:ext cx="48313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타원 75"/>
          <p:cNvSpPr/>
          <p:nvPr/>
        </p:nvSpPr>
        <p:spPr>
          <a:xfrm>
            <a:off x="7283305" y="3992249"/>
            <a:ext cx="255713" cy="2557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/>
          <p:cNvSpPr/>
          <p:nvPr/>
        </p:nvSpPr>
        <p:spPr>
          <a:xfrm>
            <a:off x="8651248" y="3979358"/>
            <a:ext cx="255713" cy="2557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/>
          <p:cNvSpPr/>
          <p:nvPr/>
        </p:nvSpPr>
        <p:spPr>
          <a:xfrm>
            <a:off x="10040309" y="3979358"/>
            <a:ext cx="255713" cy="2557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/>
          <p:cNvSpPr/>
          <p:nvPr/>
        </p:nvSpPr>
        <p:spPr>
          <a:xfrm>
            <a:off x="6660603" y="5125770"/>
            <a:ext cx="255713" cy="2557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/>
          <p:cNvSpPr/>
          <p:nvPr/>
        </p:nvSpPr>
        <p:spPr>
          <a:xfrm>
            <a:off x="7946809" y="5125769"/>
            <a:ext cx="255713" cy="2557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/>
          <p:cNvSpPr/>
          <p:nvPr/>
        </p:nvSpPr>
        <p:spPr>
          <a:xfrm>
            <a:off x="9379803" y="5125769"/>
            <a:ext cx="255713" cy="2557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연결선 81"/>
          <p:cNvCxnSpPr/>
          <p:nvPr/>
        </p:nvCxnSpPr>
        <p:spPr>
          <a:xfrm>
            <a:off x="6394046" y="4093180"/>
            <a:ext cx="0" cy="15744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10521387" y="4104930"/>
            <a:ext cx="0" cy="15627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56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6201</TotalTime>
  <Words>75</Words>
  <Application>Microsoft Office PowerPoint</Application>
  <PresentationFormat>와이드스크린</PresentationFormat>
  <Paragraphs>36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모델 비교로 미마킹 확인</vt:lpstr>
      <vt:lpstr>모델선정이 않되는 경우</vt:lpstr>
      <vt:lpstr>히스토그램으로 미마킹 확인</vt:lpstr>
      <vt:lpstr>미마킹 검출 방식</vt:lpstr>
      <vt:lpstr>PowerPoint 프레젠테이션</vt:lpstr>
      <vt:lpstr>마킹 영역의 폭 측정으로 미마킹 확인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모델 미마킹 확인 기능</dc:title>
  <dc:creator>Microsoft 계정</dc:creator>
  <cp:lastModifiedBy>Microsoft 계정</cp:lastModifiedBy>
  <cp:revision>35</cp:revision>
  <cp:lastPrinted>2026-01-23T01:07:14Z</cp:lastPrinted>
  <dcterms:created xsi:type="dcterms:W3CDTF">2025-04-16T01:41:51Z</dcterms:created>
  <dcterms:modified xsi:type="dcterms:W3CDTF">2026-01-23T11:04:05Z</dcterms:modified>
</cp:coreProperties>
</file>