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4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15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72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34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08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472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1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13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26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5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B5B89-E21A-4157-A043-B29E81355C0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E3968-BC65-42DE-B436-F1F09CA6B5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80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고속 </a:t>
            </a:r>
            <a:r>
              <a:rPr lang="ko-KR" altLang="en-US" dirty="0" err="1" smtClean="0"/>
              <a:t>트리거</a:t>
            </a:r>
            <a:r>
              <a:rPr lang="ko-KR" altLang="en-US" dirty="0" smtClean="0"/>
              <a:t> 리시버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2026.02.27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2267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고속 </a:t>
            </a:r>
            <a:r>
              <a:rPr lang="en-US" altLang="ko-KR" dirty="0" smtClean="0"/>
              <a:t>PNP </a:t>
            </a:r>
            <a:r>
              <a:rPr lang="ko-KR" altLang="en-US" dirty="0" smtClean="0"/>
              <a:t>트랜지스터 </a:t>
            </a:r>
            <a:r>
              <a:rPr lang="ko-KR" altLang="en-US" dirty="0" err="1" smtClean="0"/>
              <a:t>어레이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HFA3128</a:t>
            </a:r>
            <a:r>
              <a:rPr lang="ko-KR" altLang="en-US" dirty="0" smtClean="0"/>
              <a:t> </a:t>
            </a:r>
            <a:r>
              <a:rPr lang="en-US" altLang="ko-KR" dirty="0" smtClean="0"/>
              <a:t>: 5.5GHz</a:t>
            </a:r>
            <a:endParaRPr lang="en-US" altLang="ko-KR" dirty="0" smtClean="0"/>
          </a:p>
          <a:p>
            <a:r>
              <a:rPr lang="en-US" altLang="ko-KR" dirty="0" smtClean="0"/>
              <a:t>HFA3128</a:t>
            </a:r>
            <a:r>
              <a:rPr lang="ko-KR" altLang="en-US" dirty="0"/>
              <a:t>은 </a:t>
            </a:r>
            <a:r>
              <a:rPr lang="en-US" altLang="ko-KR" dirty="0"/>
              <a:t>PNP</a:t>
            </a:r>
            <a:r>
              <a:rPr lang="ko-KR" altLang="en-US" dirty="0" smtClean="0"/>
              <a:t>형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HFA3046/3127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NPN</a:t>
            </a:r>
            <a:r>
              <a:rPr lang="ko-KR" altLang="en-US" dirty="0" smtClean="0"/>
              <a:t>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832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BC548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TRANSISTOR (NPN)</a:t>
            </a:r>
          </a:p>
          <a:p>
            <a:r>
              <a:rPr lang="en-US" altLang="ko-KR" dirty="0" smtClean="0"/>
              <a:t>Transition frequency </a:t>
            </a:r>
          </a:p>
          <a:p>
            <a:pPr lvl="1"/>
            <a:r>
              <a:rPr lang="en-US" altLang="ko-KR" dirty="0" err="1" smtClean="0"/>
              <a:t>fT</a:t>
            </a:r>
            <a:r>
              <a:rPr lang="en-US" altLang="ko-KR" dirty="0" smtClean="0"/>
              <a:t> VCE=5V,IC=10mA, </a:t>
            </a:r>
            <a:r>
              <a:rPr lang="en-US" altLang="ko-KR" b="1" dirty="0" smtClean="0">
                <a:solidFill>
                  <a:srgbClr val="FF0000"/>
                </a:solidFill>
              </a:rPr>
              <a:t>f=100MHz</a:t>
            </a:r>
            <a:r>
              <a:rPr lang="en-US" altLang="ko-KR" dirty="0" smtClean="0"/>
              <a:t> 150 MH </a:t>
            </a:r>
          </a:p>
          <a:p>
            <a:r>
              <a:rPr lang="en-US" altLang="ko-KR" dirty="0" smtClean="0"/>
              <a:t>DC current gain </a:t>
            </a:r>
            <a:r>
              <a:rPr lang="en-US" altLang="ko-KR" dirty="0" err="1" smtClean="0"/>
              <a:t>hFE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/>
              <a:t>VCE=5V, IC=2mA (Min)110  (Max)800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756" y="1825625"/>
            <a:ext cx="3694043" cy="323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6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Fast Trigger 10MHz Receiver</a:t>
            </a:r>
            <a:endParaRPr lang="ko-KR" altLang="en-US" dirty="0"/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4835" y="1825625"/>
            <a:ext cx="59623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3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50</Words>
  <Application>Microsoft Office PowerPoint</Application>
  <PresentationFormat>와이드스크린</PresentationFormat>
  <Paragraphs>15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고속 트리거 리시버</vt:lpstr>
      <vt:lpstr>고속 PNP 트랜지스터 어레이</vt:lpstr>
      <vt:lpstr>BC548</vt:lpstr>
      <vt:lpstr>Fast Trigger 10MHz Receiver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고속 트리거 리시버</dc:title>
  <dc:creator>Microsoft 계정</dc:creator>
  <cp:lastModifiedBy>Microsoft 계정</cp:lastModifiedBy>
  <cp:revision>6</cp:revision>
  <dcterms:created xsi:type="dcterms:W3CDTF">2026-02-27T00:48:44Z</dcterms:created>
  <dcterms:modified xsi:type="dcterms:W3CDTF">2026-02-27T06:14:32Z</dcterms:modified>
</cp:coreProperties>
</file>