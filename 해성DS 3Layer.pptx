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317" r:id="rId3"/>
    <p:sldId id="318" r:id="rId4"/>
    <p:sldId id="320" r:id="rId5"/>
    <p:sldId id="256" r:id="rId6"/>
    <p:sldId id="319" r:id="rId7"/>
    <p:sldId id="257" r:id="rId8"/>
    <p:sldId id="313" r:id="rId9"/>
    <p:sldId id="314" r:id="rId10"/>
    <p:sldId id="315" r:id="rId11"/>
    <p:sldId id="258" r:id="rId12"/>
    <p:sldId id="259" r:id="rId13"/>
    <p:sldId id="274" r:id="rId14"/>
    <p:sldId id="275" r:id="rId15"/>
    <p:sldId id="276" r:id="rId16"/>
    <p:sldId id="277" r:id="rId17"/>
    <p:sldId id="278" r:id="rId18"/>
    <p:sldId id="279" r:id="rId19"/>
    <p:sldId id="273" r:id="rId20"/>
    <p:sldId id="260" r:id="rId21"/>
    <p:sldId id="261" r:id="rId22"/>
    <p:sldId id="267" r:id="rId23"/>
    <p:sldId id="268" r:id="rId24"/>
    <p:sldId id="270" r:id="rId25"/>
    <p:sldId id="271" r:id="rId26"/>
    <p:sldId id="272" r:id="rId27"/>
    <p:sldId id="266" r:id="rId28"/>
    <p:sldId id="262" r:id="rId29"/>
    <p:sldId id="263" r:id="rId30"/>
    <p:sldId id="269" r:id="rId31"/>
    <p:sldId id="264" r:id="rId32"/>
    <p:sldId id="265" r:id="rId33"/>
    <p:sldId id="281" r:id="rId34"/>
    <p:sldId id="311" r:id="rId35"/>
    <p:sldId id="280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4" r:id="rId58"/>
    <p:sldId id="305" r:id="rId59"/>
    <p:sldId id="306" r:id="rId60"/>
    <p:sldId id="307" r:id="rId61"/>
    <p:sldId id="31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34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91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28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25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78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6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03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21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28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96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23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0A6C9-7901-4DAA-A3D7-27A356FD03BF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1652C-1024-418C-B91F-C474941376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50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Model</a:t>
            </a:r>
            <a:r>
              <a:rPr lang="ko-KR" altLang="en-US" dirty="0"/>
              <a:t>별 </a:t>
            </a:r>
            <a:r>
              <a:rPr lang="ko-KR" altLang="en-US" dirty="0" smtClean="0"/>
              <a:t>해성</a:t>
            </a:r>
            <a:r>
              <a:rPr lang="en-US" altLang="ko-KR" dirty="0" smtClean="0"/>
              <a:t>DS</a:t>
            </a:r>
            <a:br>
              <a:rPr lang="en-US" altLang="ko-KR" dirty="0" smtClean="0"/>
            </a:br>
            <a:r>
              <a:rPr lang="ko-KR" altLang="en-US" dirty="0" smtClean="0"/>
              <a:t>통합 </a:t>
            </a:r>
            <a:r>
              <a:rPr lang="en-US" altLang="ko-KR" dirty="0" smtClean="0"/>
              <a:t>Spec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설비 통합</a:t>
            </a:r>
            <a:r>
              <a:rPr lang="en-US" altLang="ko-KR" dirty="0" smtClean="0"/>
              <a:t>PC (</a:t>
            </a:r>
            <a:r>
              <a:rPr lang="ko-KR" altLang="en-US" dirty="0" err="1" smtClean="0"/>
              <a:t>캠마스터</a:t>
            </a:r>
            <a:r>
              <a:rPr lang="en-US" altLang="ko-KR" dirty="0"/>
              <a:t>)</a:t>
            </a:r>
            <a:endParaRPr lang="en-US" altLang="ko-KR" dirty="0" smtClean="0"/>
          </a:p>
          <a:p>
            <a:r>
              <a:rPr lang="en-US" altLang="ko-KR" dirty="0" smtClean="0"/>
              <a:t>2026.03.17</a:t>
            </a:r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370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설비 통합관리 프로그램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캠마스터</a:t>
            </a:r>
            <a:r>
              <a:rPr lang="ko-KR" altLang="en-US" dirty="0" smtClean="0"/>
              <a:t>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펀칭</a:t>
            </a:r>
            <a:r>
              <a:rPr lang="ko-KR" altLang="en-US" dirty="0" smtClean="0"/>
              <a:t> 토크 관리</a:t>
            </a:r>
            <a:endParaRPr lang="en-US" altLang="ko-KR" dirty="0" smtClean="0"/>
          </a:p>
          <a:p>
            <a:r>
              <a:rPr lang="en-US" altLang="ko-KR" dirty="0" smtClean="0"/>
              <a:t>ITS </a:t>
            </a:r>
            <a:r>
              <a:rPr lang="ko-KR" altLang="en-US" dirty="0" smtClean="0"/>
              <a:t>원점 관리</a:t>
            </a:r>
            <a:endParaRPr lang="en-US" altLang="ko-KR" dirty="0" smtClean="0"/>
          </a:p>
          <a:p>
            <a:r>
              <a:rPr lang="en-US" altLang="ko-KR" dirty="0" smtClean="0"/>
              <a:t>Keyence Laser Job </a:t>
            </a:r>
            <a:r>
              <a:rPr lang="ko-KR" altLang="en-US" dirty="0" smtClean="0"/>
              <a:t>관리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634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설비 통합관리 프로그램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6371" y="1690688"/>
            <a:ext cx="1896719" cy="408447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678169" cy="3815570"/>
          </a:xfrm>
          <a:prstGeom prst="rect">
            <a:avLst/>
          </a:prstGeom>
        </p:spPr>
      </p:pic>
      <p:pic>
        <p:nvPicPr>
          <p:cNvPr id="7" name="내용 개체 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091" y="1690688"/>
            <a:ext cx="3352730" cy="288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7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개발일정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633504"/>
              </p:ext>
            </p:extLst>
          </p:nvPr>
        </p:nvGraphicFramePr>
        <p:xfrm>
          <a:off x="838200" y="1825625"/>
          <a:ext cx="6546273" cy="1655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73"/>
                <a:gridCol w="1399309"/>
                <a:gridCol w="886691"/>
                <a:gridCol w="997527"/>
                <a:gridCol w="886691"/>
                <a:gridCol w="858982"/>
              </a:tblGrid>
              <a:tr h="520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제어파트</a:t>
                      </a:r>
                      <a:endParaRPr lang="ko-KR" altLang="en-US" sz="12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/>
                        <a:t>담당자</a:t>
                      </a:r>
                      <a:endParaRPr lang="ko-KR" altLang="en-US" sz="120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solidFill>
                      <a:srgbClr val="912E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2</a:t>
                      </a:r>
                      <a:r>
                        <a:rPr lang="ko-KR" altLang="en-US" sz="1200" dirty="0" smtClean="0"/>
                        <a:t>주</a:t>
                      </a:r>
                    </a:p>
                  </a:txBody>
                  <a:tcPr>
                    <a:solidFill>
                      <a:srgbClr val="912E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solidFill>
                      <a:srgbClr val="912E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solidFill>
                      <a:srgbClr val="912EA2"/>
                    </a:solidFill>
                  </a:tcPr>
                </a:tc>
              </a:tr>
              <a:tr h="539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ITS</a:t>
                      </a:r>
                      <a:r>
                        <a:rPr lang="ko-KR" altLang="en-US" sz="1200" b="1" dirty="0" smtClean="0"/>
                        <a:t>원점관리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신용대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942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레이저 </a:t>
                      </a:r>
                      <a:r>
                        <a:rPr lang="en-US" altLang="ko-KR" sz="1200" b="1" dirty="0" smtClean="0"/>
                        <a:t>Job</a:t>
                      </a:r>
                      <a:r>
                        <a:rPr lang="ko-KR" altLang="en-US" sz="1200" b="1" dirty="0" smtClean="0"/>
                        <a:t>관리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신용대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114"/>
          <p:cNvSpPr>
            <a:spLocks noChangeArrowheads="1"/>
          </p:cNvSpPr>
          <p:nvPr/>
        </p:nvSpPr>
        <p:spPr bwMode="auto">
          <a:xfrm>
            <a:off x="3770127" y="2497611"/>
            <a:ext cx="1890300" cy="217879"/>
          </a:xfrm>
          <a:prstGeom prst="rect">
            <a:avLst/>
          </a:prstGeom>
          <a:gradFill rotWithShape="1">
            <a:gsLst>
              <a:gs pos="0">
                <a:srgbClr val="3366FF">
                  <a:gamma/>
                  <a:shade val="46275"/>
                  <a:invGamma/>
                </a:srgbClr>
              </a:gs>
              <a:gs pos="5000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Rectangle 114"/>
          <p:cNvSpPr>
            <a:spLocks noChangeArrowheads="1"/>
          </p:cNvSpPr>
          <p:nvPr/>
        </p:nvSpPr>
        <p:spPr bwMode="auto">
          <a:xfrm>
            <a:off x="5660427" y="3052521"/>
            <a:ext cx="1724046" cy="217879"/>
          </a:xfrm>
          <a:prstGeom prst="rect">
            <a:avLst/>
          </a:prstGeom>
          <a:gradFill rotWithShape="1">
            <a:gsLst>
              <a:gs pos="0">
                <a:srgbClr val="3366FF">
                  <a:gamma/>
                  <a:shade val="46275"/>
                  <a:invGamma/>
                </a:srgbClr>
              </a:gs>
              <a:gs pos="5000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32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해성</a:t>
            </a:r>
            <a:r>
              <a:rPr lang="en-US" altLang="ko-KR" dirty="0" smtClean="0"/>
              <a:t>DS Layer</a:t>
            </a:r>
            <a:r>
              <a:rPr lang="ko-KR" altLang="en-US" dirty="0" smtClean="0"/>
              <a:t>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동작 시나리오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2Layer / 3Layer / 4Layer</a:t>
            </a:r>
          </a:p>
          <a:p>
            <a:r>
              <a:rPr lang="en-US" altLang="ko-KR" dirty="0" smtClean="0"/>
              <a:t>2026.03.10</a:t>
            </a:r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66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개발일정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355061"/>
              </p:ext>
            </p:extLst>
          </p:nvPr>
        </p:nvGraphicFramePr>
        <p:xfrm>
          <a:off x="838200" y="1825625"/>
          <a:ext cx="6546273" cy="2217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73"/>
                <a:gridCol w="1399309"/>
                <a:gridCol w="886691"/>
                <a:gridCol w="997527"/>
                <a:gridCol w="886691"/>
                <a:gridCol w="858982"/>
              </a:tblGrid>
              <a:tr h="520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제어파트</a:t>
                      </a:r>
                      <a:endParaRPr lang="ko-KR" altLang="en-US" sz="12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/>
                        <a:t>담당자</a:t>
                      </a:r>
                      <a:endParaRPr lang="ko-KR" altLang="en-US" sz="120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solidFill>
                      <a:srgbClr val="912E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2</a:t>
                      </a:r>
                      <a:r>
                        <a:rPr lang="ko-KR" altLang="en-US" sz="1200" dirty="0" smtClean="0"/>
                        <a:t>주</a:t>
                      </a:r>
                    </a:p>
                  </a:txBody>
                  <a:tcPr>
                    <a:solidFill>
                      <a:srgbClr val="912E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solidFill>
                      <a:srgbClr val="912E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solidFill>
                      <a:srgbClr val="912EA2"/>
                    </a:solidFill>
                  </a:tcPr>
                </a:tc>
              </a:tr>
              <a:tr h="5398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/>
                        <a:t>각인부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신용대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942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AOI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신용대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남태훈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62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/>
                        <a:t>펀칭부</a:t>
                      </a:r>
                      <a:endParaRPr lang="ko-KR" altLang="en-US" sz="12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신용대</a:t>
                      </a:r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114"/>
          <p:cNvSpPr>
            <a:spLocks noChangeArrowheads="1"/>
          </p:cNvSpPr>
          <p:nvPr/>
        </p:nvSpPr>
        <p:spPr bwMode="auto">
          <a:xfrm>
            <a:off x="3770127" y="2497611"/>
            <a:ext cx="871146" cy="217879"/>
          </a:xfrm>
          <a:prstGeom prst="rect">
            <a:avLst/>
          </a:prstGeom>
          <a:gradFill rotWithShape="1">
            <a:gsLst>
              <a:gs pos="0">
                <a:srgbClr val="3366FF">
                  <a:gamma/>
                  <a:shade val="46275"/>
                  <a:invGamma/>
                </a:srgbClr>
              </a:gs>
              <a:gs pos="5000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" name="Rectangle 114"/>
          <p:cNvSpPr>
            <a:spLocks noChangeArrowheads="1"/>
          </p:cNvSpPr>
          <p:nvPr/>
        </p:nvSpPr>
        <p:spPr bwMode="auto">
          <a:xfrm>
            <a:off x="4641273" y="3052521"/>
            <a:ext cx="871146" cy="217879"/>
          </a:xfrm>
          <a:prstGeom prst="rect">
            <a:avLst/>
          </a:prstGeom>
          <a:gradFill rotWithShape="1">
            <a:gsLst>
              <a:gs pos="0">
                <a:srgbClr val="3366FF">
                  <a:gamma/>
                  <a:shade val="46275"/>
                  <a:invGamma/>
                </a:srgbClr>
              </a:gs>
              <a:gs pos="5000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Rectangle 114"/>
          <p:cNvSpPr>
            <a:spLocks noChangeArrowheads="1"/>
          </p:cNvSpPr>
          <p:nvPr/>
        </p:nvSpPr>
        <p:spPr bwMode="auto">
          <a:xfrm>
            <a:off x="5660427" y="3662121"/>
            <a:ext cx="1724046" cy="217879"/>
          </a:xfrm>
          <a:prstGeom prst="rect">
            <a:avLst/>
          </a:prstGeom>
          <a:gradFill rotWithShape="1">
            <a:gsLst>
              <a:gs pos="0">
                <a:srgbClr val="3366FF">
                  <a:gamma/>
                  <a:shade val="46275"/>
                  <a:invGamma/>
                </a:srgbClr>
              </a:gs>
              <a:gs pos="5000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86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작업자 설정 화면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850493" cy="435133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384640" y="2254919"/>
            <a:ext cx="558586" cy="3358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981700" y="1582164"/>
            <a:ext cx="243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3Layer </a:t>
            </a:r>
            <a:r>
              <a:rPr lang="ko-KR" altLang="en-US" sz="2400" dirty="0" smtClean="0"/>
              <a:t>검사</a:t>
            </a:r>
            <a:endParaRPr lang="en-US" altLang="ko-KR" sz="2400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b="1" dirty="0" smtClean="0"/>
              <a:t>내층 검사</a:t>
            </a:r>
            <a:endParaRPr lang="en-US" altLang="ko-KR" b="1" dirty="0" smtClean="0"/>
          </a:p>
          <a:p>
            <a:r>
              <a:rPr lang="en-US" altLang="ko-KR" b="1" dirty="0"/>
              <a:t>	</a:t>
            </a:r>
            <a:r>
              <a:rPr lang="ko-KR" altLang="en-US" b="1" dirty="0" smtClean="0"/>
              <a:t>상면 </a:t>
            </a:r>
            <a:r>
              <a:rPr lang="ko-KR" altLang="en-US" b="1" dirty="0" err="1" smtClean="0"/>
              <a:t>로트</a:t>
            </a:r>
            <a:endParaRPr lang="en-US" altLang="ko-KR" b="1" dirty="0" smtClean="0"/>
          </a:p>
          <a:p>
            <a:r>
              <a:rPr lang="en-US" altLang="ko-KR" b="1" dirty="0"/>
              <a:t>	</a:t>
            </a:r>
            <a:r>
              <a:rPr lang="ko-KR" altLang="en-US" b="1" dirty="0" smtClean="0"/>
              <a:t>하면 </a:t>
            </a:r>
            <a:r>
              <a:rPr lang="ko-KR" altLang="en-US" b="1" dirty="0" err="1" smtClean="0"/>
              <a:t>로트</a:t>
            </a:r>
            <a:endParaRPr lang="en-US" altLang="ko-KR" b="1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err="1" smtClean="0"/>
              <a:t>외층</a:t>
            </a:r>
            <a:r>
              <a:rPr lang="ko-KR" altLang="en-US" dirty="0" smtClean="0"/>
              <a:t> 검사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81700" y="3520441"/>
            <a:ext cx="2752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기존 </a:t>
            </a:r>
            <a:r>
              <a:rPr lang="en-US" altLang="ko-KR" sz="1200" dirty="0" smtClean="0"/>
              <a:t>ITS </a:t>
            </a:r>
            <a:r>
              <a:rPr lang="ko-KR" altLang="en-US" sz="1200" dirty="0" smtClean="0"/>
              <a:t>정보</a:t>
            </a:r>
            <a:endParaRPr lang="en-US" altLang="ko-KR" sz="1200" dirty="0" smtClean="0"/>
          </a:p>
          <a:p>
            <a:r>
              <a:rPr lang="en-US" altLang="ko-KR" sz="1200" dirty="0" smtClean="0"/>
              <a:t>[1]</a:t>
            </a:r>
          </a:p>
          <a:p>
            <a:r>
              <a:rPr lang="en-US" altLang="ko-KR" sz="1200" dirty="0" smtClean="0"/>
              <a:t>Test Mode=1</a:t>
            </a:r>
          </a:p>
          <a:p>
            <a:r>
              <a:rPr lang="en-US" altLang="ko-KR" sz="1200" dirty="0" smtClean="0"/>
              <a:t>Dual Test=1</a:t>
            </a:r>
          </a:p>
          <a:p>
            <a:r>
              <a:rPr lang="en-US" altLang="ko-KR" sz="1200" dirty="0" smtClean="0"/>
              <a:t>Process Unit Code=VS90</a:t>
            </a:r>
          </a:p>
          <a:p>
            <a:r>
              <a:rPr lang="en-US" altLang="ko-KR" sz="1200" dirty="0" smtClean="0"/>
              <a:t>Current Model=HAESUNG</a:t>
            </a:r>
          </a:p>
          <a:p>
            <a:r>
              <a:rPr lang="en-US" altLang="ko-KR" sz="1200" b="1" dirty="0" smtClean="0"/>
              <a:t>Its Code=234567890</a:t>
            </a:r>
          </a:p>
          <a:p>
            <a:r>
              <a:rPr lang="en-US" altLang="ko-KR" sz="1200" b="1" dirty="0" smtClean="0"/>
              <a:t>Current Lot=987654312</a:t>
            </a:r>
          </a:p>
          <a:p>
            <a:r>
              <a:rPr lang="en-US" altLang="ko-KR" sz="1200" dirty="0" smtClean="0"/>
              <a:t>Current Layer Up=TOP-L2-025</a:t>
            </a:r>
          </a:p>
          <a:p>
            <a:r>
              <a:rPr lang="en-US" altLang="ko-KR" sz="1200" dirty="0" smtClean="0"/>
              <a:t>Current Layer </a:t>
            </a:r>
            <a:r>
              <a:rPr lang="en-US" altLang="ko-KR" sz="1200" dirty="0" err="1" smtClean="0"/>
              <a:t>Dn</a:t>
            </a:r>
            <a:r>
              <a:rPr lang="en-US" altLang="ko-KR" sz="1200" dirty="0" smtClean="0"/>
              <a:t>=BOTTOM-L3-025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9182100" y="3520441"/>
            <a:ext cx="2752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변경 </a:t>
            </a:r>
            <a:r>
              <a:rPr lang="en-US" altLang="ko-KR" sz="1200" dirty="0" smtClean="0"/>
              <a:t>ITS </a:t>
            </a:r>
            <a:r>
              <a:rPr lang="ko-KR" altLang="en-US" sz="1200" dirty="0" smtClean="0"/>
              <a:t>정보</a:t>
            </a:r>
            <a:endParaRPr lang="en-US" altLang="ko-KR" sz="1200" dirty="0" smtClean="0"/>
          </a:p>
          <a:p>
            <a:r>
              <a:rPr lang="en-US" altLang="ko-KR" sz="1200" dirty="0" smtClean="0"/>
              <a:t>[1]</a:t>
            </a:r>
          </a:p>
          <a:p>
            <a:r>
              <a:rPr lang="en-US" altLang="ko-KR" sz="1200" dirty="0" smtClean="0"/>
              <a:t>Test Mode=1</a:t>
            </a:r>
          </a:p>
          <a:p>
            <a:r>
              <a:rPr lang="en-US" altLang="ko-KR" sz="1200" dirty="0" smtClean="0"/>
              <a:t>Dual Test=1</a:t>
            </a:r>
          </a:p>
          <a:p>
            <a:r>
              <a:rPr lang="en-US" altLang="ko-KR" sz="1200" dirty="0" smtClean="0"/>
              <a:t>Process Unit Code=VS90</a:t>
            </a:r>
          </a:p>
          <a:p>
            <a:r>
              <a:rPr lang="en-US" altLang="ko-KR" sz="1200" dirty="0" smtClean="0"/>
              <a:t>Current Model=HAESUNG</a:t>
            </a:r>
          </a:p>
          <a:p>
            <a:r>
              <a:rPr lang="en-US" altLang="ko-KR" sz="1200" b="1" dirty="0" smtClean="0"/>
              <a:t>Its Code Up=234567890</a:t>
            </a:r>
          </a:p>
          <a:p>
            <a:r>
              <a:rPr lang="en-US" altLang="ko-KR" sz="1200" b="1" dirty="0" smtClean="0"/>
              <a:t>Its Code </a:t>
            </a:r>
            <a:r>
              <a:rPr lang="en-US" altLang="ko-KR" sz="1200" b="1" dirty="0" err="1" smtClean="0"/>
              <a:t>Dn</a:t>
            </a:r>
            <a:r>
              <a:rPr lang="en-US" altLang="ko-KR" sz="1200" b="1" dirty="0" smtClean="0"/>
              <a:t>=234567891</a:t>
            </a:r>
          </a:p>
          <a:p>
            <a:r>
              <a:rPr lang="en-US" altLang="ko-KR" sz="1200" b="1" dirty="0" smtClean="0"/>
              <a:t>Current Lot Up=987654312</a:t>
            </a:r>
          </a:p>
          <a:p>
            <a:r>
              <a:rPr lang="en-US" altLang="ko-KR" sz="1200" b="1" dirty="0" smtClean="0"/>
              <a:t>Current Lot </a:t>
            </a:r>
            <a:r>
              <a:rPr lang="en-US" altLang="ko-KR" sz="1200" b="1" dirty="0" err="1" smtClean="0"/>
              <a:t>Dn</a:t>
            </a:r>
            <a:r>
              <a:rPr lang="en-US" altLang="ko-KR" sz="1200" b="1" dirty="0" smtClean="0"/>
              <a:t>=987654313</a:t>
            </a:r>
          </a:p>
          <a:p>
            <a:r>
              <a:rPr lang="en-US" altLang="ko-KR" sz="1200" dirty="0" smtClean="0"/>
              <a:t>Current Layer Up=TOP-L2-025</a:t>
            </a:r>
          </a:p>
          <a:p>
            <a:r>
              <a:rPr lang="en-US" altLang="ko-KR" sz="1200" dirty="0" smtClean="0"/>
              <a:t>Current Layer </a:t>
            </a:r>
            <a:r>
              <a:rPr lang="en-US" altLang="ko-KR" sz="1200" dirty="0" err="1" smtClean="0"/>
              <a:t>Dn</a:t>
            </a:r>
            <a:r>
              <a:rPr lang="en-US" altLang="ko-KR" sz="1200" dirty="0" smtClean="0"/>
              <a:t>=BOTTOM-L3-025</a:t>
            </a:r>
            <a:endParaRPr lang="ko-KR" altLang="en-US" sz="1200" dirty="0"/>
          </a:p>
        </p:txBody>
      </p:sp>
      <p:sp>
        <p:nvSpPr>
          <p:cNvPr id="11" name="오른쪽 화살표 10"/>
          <p:cNvSpPr/>
          <p:nvPr/>
        </p:nvSpPr>
        <p:spPr>
          <a:xfrm>
            <a:off x="8315324" y="4257675"/>
            <a:ext cx="71210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83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요청사항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sz="2400" dirty="0"/>
              <a:t>상</a:t>
            </a:r>
            <a:r>
              <a:rPr lang="en-US" altLang="ko-KR" sz="2400" dirty="0"/>
              <a:t>/</a:t>
            </a:r>
            <a:r>
              <a:rPr lang="ko-KR" altLang="ko-KR" sz="2400" dirty="0"/>
              <a:t>하 </a:t>
            </a:r>
            <a:r>
              <a:rPr lang="ko-KR" altLang="ko-KR" sz="2400" dirty="0" err="1"/>
              <a:t>오더번호</a:t>
            </a:r>
            <a:r>
              <a:rPr lang="ko-KR" altLang="ko-KR" sz="2400" dirty="0"/>
              <a:t> 동일한 모델의 경우</a:t>
            </a:r>
            <a:r>
              <a:rPr lang="en-US" altLang="ko-KR" sz="2400" dirty="0"/>
              <a:t>, </a:t>
            </a:r>
            <a:r>
              <a:rPr lang="ko-KR" altLang="ko-KR" sz="2400" dirty="0"/>
              <a:t>작업자는 상면 정보만 </a:t>
            </a:r>
            <a:r>
              <a:rPr lang="ko-KR" altLang="ko-KR" sz="2400" dirty="0" smtClean="0"/>
              <a:t>입력</a:t>
            </a:r>
            <a:endParaRPr lang="en-US" altLang="ko-KR" sz="2400" dirty="0" smtClean="0"/>
          </a:p>
          <a:p>
            <a:r>
              <a:rPr lang="en-US" altLang="ko-KR" sz="2400" b="1" dirty="0" smtClean="0"/>
              <a:t>Loss : </a:t>
            </a:r>
            <a:r>
              <a:rPr lang="ko-KR" altLang="ko-KR" sz="2400" dirty="0"/>
              <a:t>상</a:t>
            </a:r>
            <a:r>
              <a:rPr lang="en-US" altLang="ko-KR" sz="2400" dirty="0"/>
              <a:t>/</a:t>
            </a:r>
            <a:r>
              <a:rPr lang="ko-KR" altLang="ko-KR" sz="2400" dirty="0"/>
              <a:t>하 통합 </a:t>
            </a:r>
            <a:r>
              <a:rPr lang="ko-KR" altLang="ko-KR" sz="2400" dirty="0" smtClean="0"/>
              <a:t>생성</a:t>
            </a:r>
            <a:r>
              <a:rPr lang="en-US" altLang="ko-KR" sz="2400" dirty="0" smtClean="0"/>
              <a:t> </a:t>
            </a:r>
            <a:r>
              <a:rPr lang="en-US" altLang="ko-KR" sz="2400" dirty="0" smtClean="0">
                <a:sym typeface="Wingdings" panose="05000000000000000000" pitchFamily="2" charset="2"/>
              </a:rPr>
              <a:t> </a:t>
            </a:r>
            <a:r>
              <a:rPr lang="ko-KR" altLang="ko-KR" sz="2400" dirty="0"/>
              <a:t>상</a:t>
            </a:r>
            <a:r>
              <a:rPr lang="en-US" altLang="ko-KR" sz="2400" dirty="0"/>
              <a:t>/</a:t>
            </a:r>
            <a:r>
              <a:rPr lang="ko-KR" altLang="ko-KR" sz="2400" dirty="0"/>
              <a:t>하 구분 </a:t>
            </a:r>
            <a:r>
              <a:rPr lang="ko-KR" altLang="ko-KR" sz="2400" dirty="0" smtClean="0"/>
              <a:t>생성</a:t>
            </a:r>
            <a:endParaRPr lang="en-US" altLang="ko-KR" sz="2400" dirty="0" smtClean="0"/>
          </a:p>
          <a:p>
            <a:r>
              <a:rPr lang="en-US" altLang="ko-KR" sz="2400" b="1" dirty="0" smtClean="0"/>
              <a:t>Marked : </a:t>
            </a:r>
            <a:r>
              <a:rPr lang="ko-KR" altLang="ko-KR" sz="2400" dirty="0"/>
              <a:t>상</a:t>
            </a:r>
            <a:r>
              <a:rPr lang="en-US" altLang="ko-KR" sz="2400" dirty="0"/>
              <a:t>/</a:t>
            </a:r>
            <a:r>
              <a:rPr lang="ko-KR" altLang="ko-KR" sz="2400" dirty="0"/>
              <a:t>하 통합 생성</a:t>
            </a:r>
            <a:r>
              <a:rPr lang="en-US" altLang="ko-KR" sz="2400" dirty="0"/>
              <a:t>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ko-KR" sz="2400" dirty="0"/>
              <a:t>상</a:t>
            </a:r>
            <a:r>
              <a:rPr lang="en-US" altLang="ko-KR" sz="2400" dirty="0"/>
              <a:t>/</a:t>
            </a:r>
            <a:r>
              <a:rPr lang="ko-KR" altLang="ko-KR" sz="2400" dirty="0"/>
              <a:t>하 구분 생성</a:t>
            </a:r>
            <a:endParaRPr lang="en-US" altLang="ko-KR" sz="2400" dirty="0"/>
          </a:p>
          <a:p>
            <a:r>
              <a:rPr lang="en-US" altLang="ko-KR" sz="2400" b="1" dirty="0" smtClean="0"/>
              <a:t>Verify : </a:t>
            </a:r>
            <a:r>
              <a:rPr lang="ko-KR" altLang="ko-KR" sz="2400" b="1" dirty="0"/>
              <a:t>상</a:t>
            </a:r>
            <a:r>
              <a:rPr lang="en-US" altLang="ko-KR" sz="2400" b="1" dirty="0"/>
              <a:t>/</a:t>
            </a:r>
            <a:r>
              <a:rPr lang="ko-KR" altLang="ko-KR" sz="2400" b="1" dirty="0"/>
              <a:t>하 통합 생성</a:t>
            </a:r>
            <a:r>
              <a:rPr lang="en-US" altLang="ko-KR" sz="2400" b="1" dirty="0"/>
              <a:t> </a:t>
            </a:r>
            <a:r>
              <a:rPr lang="en-US" altLang="ko-KR" sz="2400" b="1" dirty="0">
                <a:sym typeface="Wingdings" panose="05000000000000000000" pitchFamily="2" charset="2"/>
              </a:rPr>
              <a:t> </a:t>
            </a:r>
            <a:r>
              <a:rPr lang="ko-KR" altLang="ko-KR" sz="2400" b="1" dirty="0"/>
              <a:t>상</a:t>
            </a:r>
            <a:r>
              <a:rPr lang="en-US" altLang="ko-KR" sz="2400" b="1" dirty="0"/>
              <a:t>/</a:t>
            </a:r>
            <a:r>
              <a:rPr lang="ko-KR" altLang="ko-KR" sz="2400" b="1" dirty="0"/>
              <a:t>하 구분 생성</a:t>
            </a:r>
            <a:endParaRPr lang="en-US" altLang="ko-KR" sz="2400" b="1" dirty="0"/>
          </a:p>
          <a:p>
            <a:r>
              <a:rPr lang="ko-KR" altLang="ko-KR" sz="2400" dirty="0" err="1">
                <a:solidFill>
                  <a:srgbClr val="FF0000"/>
                </a:solidFill>
              </a:rPr>
              <a:t>캠마스터에서</a:t>
            </a:r>
            <a:r>
              <a:rPr lang="ko-KR" altLang="ko-KR" sz="2400" dirty="0">
                <a:solidFill>
                  <a:srgbClr val="FF0000"/>
                </a:solidFill>
              </a:rPr>
              <a:t> 입력한 모델과 </a:t>
            </a:r>
            <a:r>
              <a:rPr lang="ko-KR" altLang="ko-KR" sz="2400" dirty="0" err="1">
                <a:solidFill>
                  <a:srgbClr val="FF0000"/>
                </a:solidFill>
              </a:rPr>
              <a:t>레이어로</a:t>
            </a:r>
            <a:r>
              <a:rPr lang="ko-KR" altLang="ko-KR" sz="2400" dirty="0">
                <a:solidFill>
                  <a:srgbClr val="FF0000"/>
                </a:solidFill>
              </a:rPr>
              <a:t> 작업방법 자동 </a:t>
            </a:r>
            <a:r>
              <a:rPr lang="ko-KR" altLang="ko-KR" sz="2400" dirty="0" err="1">
                <a:solidFill>
                  <a:srgbClr val="FF0000"/>
                </a:solidFill>
              </a:rPr>
              <a:t>로드할</a:t>
            </a:r>
            <a:r>
              <a:rPr lang="ko-KR" altLang="ko-KR" sz="2400" dirty="0">
                <a:solidFill>
                  <a:srgbClr val="FF0000"/>
                </a:solidFill>
              </a:rPr>
              <a:t> 것</a:t>
            </a:r>
            <a:endParaRPr lang="en-US" altLang="ko-KR" sz="2400" dirty="0" smtClean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421" y="4150481"/>
            <a:ext cx="3023804" cy="21614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225" y="4146397"/>
            <a:ext cx="5119185" cy="216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요청사항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b="1" dirty="0"/>
              <a:t>모델명 </a:t>
            </a:r>
            <a:r>
              <a:rPr lang="ko-KR" altLang="ko-KR" b="1" dirty="0" smtClean="0"/>
              <a:t>체계</a:t>
            </a:r>
            <a:endParaRPr lang="en-US" altLang="ko-KR" b="1" dirty="0" smtClean="0"/>
          </a:p>
          <a:p>
            <a:pPr lvl="1"/>
            <a:r>
              <a:rPr lang="en-US" altLang="ko-KR" dirty="0"/>
              <a:t>10</a:t>
            </a:r>
            <a:r>
              <a:rPr lang="ko-KR" altLang="ko-KR" dirty="0"/>
              <a:t>자리이며</a:t>
            </a:r>
            <a:r>
              <a:rPr lang="en-US" altLang="ko-KR" dirty="0"/>
              <a:t>, 9</a:t>
            </a:r>
            <a:r>
              <a:rPr lang="ko-KR" altLang="ko-KR" dirty="0"/>
              <a:t>번째 자리인 공법에 따라 상</a:t>
            </a:r>
            <a:r>
              <a:rPr lang="en-US" altLang="ko-KR" dirty="0"/>
              <a:t>/</a:t>
            </a:r>
            <a:r>
              <a:rPr lang="ko-KR" altLang="ko-KR" dirty="0"/>
              <a:t>하 오더 </a:t>
            </a:r>
            <a:r>
              <a:rPr lang="ko-KR" altLang="ko-KR" dirty="0" err="1"/>
              <a:t>일치여부</a:t>
            </a:r>
            <a:r>
              <a:rPr lang="ko-KR" altLang="ko-KR" dirty="0"/>
              <a:t> </a:t>
            </a:r>
            <a:r>
              <a:rPr lang="ko-KR" altLang="ko-KR" dirty="0" smtClean="0"/>
              <a:t>결정됨</a:t>
            </a:r>
            <a:endParaRPr lang="en-US" altLang="ko-KR" dirty="0" smtClean="0"/>
          </a:p>
          <a:p>
            <a:pPr lvl="2"/>
            <a:r>
              <a:rPr lang="en-US" altLang="ko-KR" b="1" dirty="0" smtClean="0"/>
              <a:t>“C”</a:t>
            </a:r>
            <a:r>
              <a:rPr lang="ko-KR" altLang="ko-KR" dirty="0" smtClean="0"/>
              <a:t>만 불일치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r>
              <a:rPr lang="ko-KR" altLang="ko-KR" b="1" dirty="0" err="1"/>
              <a:t>로트번호</a:t>
            </a:r>
            <a:r>
              <a:rPr lang="en-US" altLang="ko-KR" b="1" dirty="0" smtClean="0"/>
              <a:t>, </a:t>
            </a:r>
            <a:r>
              <a:rPr lang="en-US" altLang="ko-KR" b="1" dirty="0"/>
              <a:t>ITS</a:t>
            </a:r>
            <a:r>
              <a:rPr lang="ko-KR" altLang="ko-KR" b="1" dirty="0"/>
              <a:t>번호 </a:t>
            </a:r>
            <a:r>
              <a:rPr lang="ko-KR" altLang="ko-KR" b="1" dirty="0" smtClean="0"/>
              <a:t>체계</a:t>
            </a:r>
            <a:endParaRPr lang="en-US" altLang="ko-KR" b="1" dirty="0" smtClean="0"/>
          </a:p>
          <a:p>
            <a:pPr lvl="1"/>
            <a:r>
              <a:rPr lang="en-US" altLang="ko-KR" dirty="0"/>
              <a:t>9</a:t>
            </a:r>
            <a:r>
              <a:rPr lang="ko-KR" altLang="ko-KR" dirty="0"/>
              <a:t>자리 숫자로</a:t>
            </a:r>
            <a:r>
              <a:rPr lang="en-US" altLang="ko-KR" dirty="0"/>
              <a:t>, </a:t>
            </a:r>
            <a:r>
              <a:rPr lang="ko-KR" altLang="ko-KR" dirty="0" err="1"/>
              <a:t>로트번호와</a:t>
            </a:r>
            <a:r>
              <a:rPr lang="ko-KR" altLang="ko-KR" dirty="0"/>
              <a:t> </a:t>
            </a:r>
            <a:r>
              <a:rPr lang="en-US" altLang="ko-KR" dirty="0"/>
              <a:t>ITS </a:t>
            </a:r>
            <a:r>
              <a:rPr lang="ko-KR" altLang="ko-KR" dirty="0"/>
              <a:t>번호는 같거나 다름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ko-KR" sz="2000" dirty="0"/>
              <a:t>작업은 </a:t>
            </a:r>
            <a:r>
              <a:rPr lang="ko-KR" altLang="ko-KR" sz="2000" dirty="0" err="1"/>
              <a:t>로트번호로</a:t>
            </a:r>
            <a:r>
              <a:rPr lang="ko-KR" altLang="ko-KR" sz="2000" dirty="0"/>
              <a:t> 진행하나</a:t>
            </a:r>
            <a:r>
              <a:rPr lang="en-US" altLang="ko-KR" sz="2000" dirty="0"/>
              <a:t>, 2D/ITS</a:t>
            </a:r>
            <a:r>
              <a:rPr lang="ko-KR" altLang="ko-KR" sz="2000" dirty="0"/>
              <a:t>와 관련된 데이터는 </a:t>
            </a:r>
            <a:r>
              <a:rPr lang="en-US" altLang="ko-KR" sz="2000" dirty="0"/>
              <a:t>ITS </a:t>
            </a:r>
            <a:r>
              <a:rPr lang="ko-KR" altLang="ko-KR" sz="2000" dirty="0"/>
              <a:t>번호가 기준임</a:t>
            </a:r>
            <a:endParaRPr lang="ko-KR" altLang="en-US" sz="2000" dirty="0"/>
          </a:p>
        </p:txBody>
      </p:sp>
      <p:pic>
        <p:nvPicPr>
          <p:cNvPr id="4" name="그림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40272" y="3027279"/>
            <a:ext cx="1774825" cy="787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lc="http://schemas.openxmlformats.org/drawingml/2006/lockedCanvas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 id="{108136A8-A176-4E56-8002-CFDE5DB676B7}"/>
              </a:ext>
            </a:extLst>
          </p:cNvPr>
          <p:cNvPicPr/>
          <p:nvPr/>
        </p:nvPicPr>
        <p:blipFill rotWithShape="1">
          <a:blip r:embed="rId3"/>
          <a:srcRect t="12373"/>
          <a:stretch/>
        </p:blipFill>
        <p:spPr bwMode="auto">
          <a:xfrm>
            <a:off x="3920690" y="2689926"/>
            <a:ext cx="4124425" cy="17858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2515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요청사항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sz="2400" dirty="0"/>
              <a:t>관리번호 </a:t>
            </a:r>
            <a:r>
              <a:rPr lang="en-US" altLang="ko-KR" sz="2400" dirty="0"/>
              <a:t>(</a:t>
            </a:r>
            <a:r>
              <a:rPr lang="ko-KR" altLang="ko-KR" sz="2400" dirty="0" err="1"/>
              <a:t>캠마스터</a:t>
            </a:r>
            <a:r>
              <a:rPr lang="ko-KR" altLang="ko-KR" sz="2400" dirty="0"/>
              <a:t> 모델명</a:t>
            </a:r>
            <a:r>
              <a:rPr lang="en-US" altLang="ko-KR" sz="2400" dirty="0"/>
              <a:t>)</a:t>
            </a:r>
            <a:r>
              <a:rPr lang="ko-KR" altLang="ko-KR" sz="2400" dirty="0"/>
              <a:t>에 따라 상</a:t>
            </a:r>
            <a:r>
              <a:rPr lang="en-US" altLang="ko-KR" sz="2400" dirty="0"/>
              <a:t>,</a:t>
            </a:r>
            <a:r>
              <a:rPr lang="ko-KR" altLang="ko-KR" sz="2400" dirty="0"/>
              <a:t>하 </a:t>
            </a:r>
            <a:r>
              <a:rPr lang="ko-KR" altLang="ko-KR" sz="2400" dirty="0" err="1"/>
              <a:t>로트번호</a:t>
            </a:r>
            <a:r>
              <a:rPr lang="ko-KR" altLang="ko-KR" sz="2400" dirty="0"/>
              <a:t> </a:t>
            </a:r>
            <a:r>
              <a:rPr lang="ko-KR" altLang="ko-KR" sz="2400" dirty="0" err="1"/>
              <a:t>일치여부</a:t>
            </a:r>
            <a:r>
              <a:rPr lang="ko-KR" altLang="ko-KR" sz="2400" dirty="0"/>
              <a:t> </a:t>
            </a:r>
            <a:r>
              <a:rPr lang="ko-KR" altLang="ko-KR" sz="2400" dirty="0" smtClean="0"/>
              <a:t>판단</a:t>
            </a:r>
            <a:endParaRPr lang="en-US" altLang="ko-KR" sz="2400" dirty="0" smtClean="0"/>
          </a:p>
          <a:p>
            <a:r>
              <a:rPr lang="en-US" altLang="ko-KR" sz="2400" dirty="0"/>
              <a:t>2D Barcode</a:t>
            </a:r>
            <a:r>
              <a:rPr lang="ko-KR" altLang="ko-KR" sz="2400" dirty="0"/>
              <a:t>는 </a:t>
            </a:r>
            <a:r>
              <a:rPr lang="en-US" altLang="ko-KR" sz="2400" dirty="0"/>
              <a:t>Shot</a:t>
            </a:r>
            <a:r>
              <a:rPr lang="ko-KR" altLang="ko-KR" sz="2400" dirty="0"/>
              <a:t>의 고유 데이터로</a:t>
            </a:r>
            <a:r>
              <a:rPr lang="en-US" altLang="ko-KR" sz="2400" dirty="0"/>
              <a:t>, </a:t>
            </a:r>
            <a:r>
              <a:rPr lang="ko-KR" altLang="ko-KR" sz="2400" dirty="0"/>
              <a:t>중복이 </a:t>
            </a:r>
            <a:r>
              <a:rPr lang="ko-KR" altLang="ko-KR" sz="2400" dirty="0" err="1" smtClean="0"/>
              <a:t>없어야함</a:t>
            </a:r>
            <a:endParaRPr lang="en-US" altLang="ko-KR" sz="2400" dirty="0" smtClean="0"/>
          </a:p>
          <a:p>
            <a:pPr lvl="1" latinLnBrk="0"/>
            <a:r>
              <a:rPr lang="ko-KR" altLang="ko-KR" dirty="0"/>
              <a:t>중복 및 데이터 </a:t>
            </a:r>
            <a:r>
              <a:rPr lang="ko-KR" altLang="ko-KR" dirty="0" err="1" smtClean="0"/>
              <a:t>오각인을</a:t>
            </a:r>
            <a:r>
              <a:rPr lang="en-US" altLang="ko-KR" dirty="0" smtClean="0"/>
              <a:t> </a:t>
            </a:r>
            <a:r>
              <a:rPr lang="ko-KR" altLang="ko-KR" dirty="0" smtClean="0"/>
              <a:t>감지하여 </a:t>
            </a:r>
            <a:r>
              <a:rPr lang="ko-KR" altLang="ko-KR" dirty="0"/>
              <a:t>설비에서 </a:t>
            </a:r>
            <a:r>
              <a:rPr lang="ko-KR" altLang="ko-KR" dirty="0" err="1"/>
              <a:t>알람이</a:t>
            </a:r>
            <a:r>
              <a:rPr lang="ko-KR" altLang="ko-KR" dirty="0"/>
              <a:t> 발생해야 함</a:t>
            </a:r>
            <a:endParaRPr lang="ko-KR" altLang="en-US" sz="4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43" y="3155930"/>
            <a:ext cx="5410955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4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작업자 설정 화면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299" y="1825625"/>
            <a:ext cx="88714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4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작업자 설정 화면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4364" y="1825625"/>
            <a:ext cx="5063271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5449" y="6311900"/>
            <a:ext cx="880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※ Preset</a:t>
            </a:r>
            <a:r>
              <a:rPr lang="ko-KR" altLang="ko-KR" dirty="0"/>
              <a:t>을 한 프로그램에서 생성</a:t>
            </a:r>
            <a:r>
              <a:rPr lang="en-US" altLang="ko-KR" dirty="0"/>
              <a:t>/</a:t>
            </a:r>
            <a:r>
              <a:rPr lang="ko-KR" altLang="ko-KR" dirty="0"/>
              <a:t>수정하면</a:t>
            </a:r>
            <a:r>
              <a:rPr lang="en-US" altLang="ko-KR" dirty="0"/>
              <a:t>, </a:t>
            </a:r>
            <a:r>
              <a:rPr lang="ko-KR" altLang="ko-KR" dirty="0"/>
              <a:t>다른 프로그램에도 </a:t>
            </a:r>
            <a:r>
              <a:rPr lang="ko-KR" altLang="ko-KR" dirty="0" err="1"/>
              <a:t>연동되어야한다</a:t>
            </a:r>
            <a:r>
              <a:rPr lang="en-US" altLang="ko-KR" dirty="0" smtClean="0"/>
              <a:t>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93268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4425" y="1825625"/>
            <a:ext cx="6783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76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9144" y="1825625"/>
            <a:ext cx="5733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91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매트릭스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96527" cy="41100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28" y="1690688"/>
            <a:ext cx="3641742" cy="4110037"/>
          </a:xfrm>
          <a:prstGeom prst="rect">
            <a:avLst/>
          </a:prstGeom>
        </p:spPr>
      </p:pic>
      <p:pic>
        <p:nvPicPr>
          <p:cNvPr id="6" name="내용 개체 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720" y="1690688"/>
            <a:ext cx="29168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63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설정의 신규 작성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042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77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/>
              <a:t>인쇄 조건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244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 err="1"/>
              <a:t>현재값</a:t>
            </a:r>
            <a:r>
              <a:rPr lang="ko-KR" altLang="en-US" dirty="0"/>
              <a:t> 및 </a:t>
            </a:r>
            <a:r>
              <a:rPr lang="ko-KR" altLang="en-US" dirty="0" smtClean="0"/>
              <a:t>상태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16317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16" y="1236472"/>
            <a:ext cx="4516317" cy="19893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16" y="3225801"/>
            <a:ext cx="4516317" cy="35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54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Keyence </a:t>
            </a:r>
            <a:r>
              <a:rPr lang="ko-KR" altLang="en-US" dirty="0" smtClean="0"/>
              <a:t>통신 인터페이스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MD-X2000/2500 </a:t>
            </a:r>
            <a:r>
              <a:rPr lang="ko-KR" altLang="en-US" dirty="0" smtClean="0"/>
              <a:t>시리즈</a:t>
            </a:r>
            <a:endParaRPr lang="en-US" altLang="ko-KR" dirty="0" smtClean="0"/>
          </a:p>
          <a:p>
            <a:r>
              <a:rPr lang="en-US" altLang="ko-KR" dirty="0" smtClean="0"/>
              <a:t>2026.03.10</a:t>
            </a:r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9721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레이저 </a:t>
            </a:r>
            <a:r>
              <a:rPr lang="ko-KR" altLang="en-US" dirty="0" err="1" smtClean="0"/>
              <a:t>마킹기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MD-X2000/2500</a:t>
            </a:r>
            <a:r>
              <a:rPr lang="ko-KR" altLang="en-US" dirty="0"/>
              <a:t>시리즈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1213"/>
            <a:ext cx="3251348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690688"/>
            <a:ext cx="347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타겟</a:t>
            </a:r>
            <a:r>
              <a:rPr lang="ko-KR" altLang="en-US" dirty="0"/>
              <a:t> </a:t>
            </a:r>
            <a:r>
              <a:rPr lang="ko-KR" altLang="en-US" dirty="0" smtClean="0"/>
              <a:t>지정자 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타겟</a:t>
            </a:r>
            <a:r>
              <a:rPr lang="ko-KR" altLang="en-US" sz="1400" dirty="0" smtClean="0"/>
              <a:t> 지정자</a:t>
            </a:r>
            <a:r>
              <a:rPr lang="en-US" altLang="ko-KR" sz="1400" dirty="0"/>
              <a:t>=</a:t>
            </a:r>
            <a:r>
              <a:rPr lang="ko-KR" altLang="en-US" sz="1400" dirty="0" err="1"/>
              <a:t>타겟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번호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2081213"/>
            <a:ext cx="526806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통신 포맷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404231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663" y="932247"/>
            <a:ext cx="5363323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1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4425" y="1825625"/>
            <a:ext cx="67831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72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9144" y="1825625"/>
            <a:ext cx="5733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매트릭스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96527" cy="41100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28" y="1690688"/>
            <a:ext cx="3641742" cy="4110037"/>
          </a:xfrm>
          <a:prstGeom prst="rect">
            <a:avLst/>
          </a:prstGeom>
        </p:spPr>
      </p:pic>
      <p:pic>
        <p:nvPicPr>
          <p:cNvPr id="6" name="내용 개체 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720" y="1690688"/>
            <a:ext cx="29168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8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</a:t>
            </a:r>
            <a:r>
              <a:rPr lang="ko-KR" altLang="en-US" dirty="0"/>
              <a:t>설정의 신규 작성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042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31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/>
              <a:t>인쇄 조건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7244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64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 </a:t>
            </a:r>
            <a:r>
              <a:rPr lang="en-US" altLang="ko-KR" dirty="0" smtClean="0"/>
              <a:t>(</a:t>
            </a:r>
            <a:r>
              <a:rPr lang="ko-KR" altLang="en-US" dirty="0" err="1"/>
              <a:t>현재값</a:t>
            </a:r>
            <a:r>
              <a:rPr lang="ko-KR" altLang="en-US" dirty="0"/>
              <a:t> 및 </a:t>
            </a:r>
            <a:r>
              <a:rPr lang="ko-KR" altLang="en-US" dirty="0" smtClean="0"/>
              <a:t>상태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16317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16" y="1236472"/>
            <a:ext cx="4516317" cy="198932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16" y="3225801"/>
            <a:ext cx="4516317" cy="35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06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커맨드 상세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282" y="2129370"/>
            <a:ext cx="10469436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8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r>
              <a:rPr lang="en-US" altLang="ko-KR" dirty="0" smtClean="0"/>
              <a:t>(Read 2D Code)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4371975" cy="50381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26" y="1814513"/>
            <a:ext cx="4496202" cy="41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3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4508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89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808" y="2072212"/>
            <a:ext cx="10450383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90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커맨드 상세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571" y="2196054"/>
            <a:ext cx="1044085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23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Keyence </a:t>
            </a:r>
            <a:r>
              <a:rPr lang="ko-KR" altLang="en-US" dirty="0" smtClean="0"/>
              <a:t>통신 인터페이스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 smtClean="0"/>
              <a:t>EtherNet</a:t>
            </a:r>
            <a:r>
              <a:rPr lang="en-US" altLang="ko-KR" dirty="0" smtClean="0"/>
              <a:t> / IP</a:t>
            </a:r>
          </a:p>
          <a:p>
            <a:r>
              <a:rPr lang="en-US" altLang="ko-KR" dirty="0" smtClean="0"/>
              <a:t>2026.03.11</a:t>
            </a:r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807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※ 1 Request No</a:t>
            </a:r>
            <a:r>
              <a:rPr lang="ko-KR" altLang="en-US" dirty="0"/>
              <a:t>에 대상이 되는 작업 </a:t>
            </a:r>
            <a:r>
              <a:rPr lang="en-US" altLang="ko-KR" dirty="0"/>
              <a:t>No., I/O </a:t>
            </a:r>
            <a:r>
              <a:rPr lang="ko-KR" altLang="en-US" dirty="0"/>
              <a:t>지정 문자 </a:t>
            </a:r>
            <a:r>
              <a:rPr lang="en-US" altLang="ko-KR" dirty="0"/>
              <a:t>No., </a:t>
            </a:r>
            <a:r>
              <a:rPr lang="ko-KR" altLang="en-US" dirty="0"/>
              <a:t>카운터 </a:t>
            </a:r>
            <a:r>
              <a:rPr lang="en-US" altLang="ko-KR" dirty="0"/>
              <a:t>No., </a:t>
            </a:r>
            <a:r>
              <a:rPr lang="ko-KR" altLang="en-US" dirty="0"/>
              <a:t>이동 정보 </a:t>
            </a:r>
            <a:r>
              <a:rPr lang="en-US" altLang="ko-KR" dirty="0"/>
              <a:t>ID</a:t>
            </a:r>
            <a:r>
              <a:rPr lang="ko-KR" altLang="en-US" dirty="0"/>
              <a:t>를 저장한 후 </a:t>
            </a:r>
            <a:r>
              <a:rPr lang="en-US" altLang="ko-KR" dirty="0"/>
              <a:t>ON</a:t>
            </a:r>
            <a:r>
              <a:rPr lang="ko-KR" altLang="en-US" dirty="0"/>
              <a:t>해 주십시오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※ 2 Request No</a:t>
            </a:r>
            <a:r>
              <a:rPr lang="ko-KR" altLang="en-US" dirty="0"/>
              <a:t>에 블록 </a:t>
            </a:r>
            <a:r>
              <a:rPr lang="en-US" altLang="ko-KR" dirty="0"/>
              <a:t>No.</a:t>
            </a:r>
            <a:r>
              <a:rPr lang="ko-KR" altLang="en-US" dirty="0"/>
              <a:t>를 저장한 후 </a:t>
            </a:r>
            <a:r>
              <a:rPr lang="en-US" altLang="ko-KR" dirty="0"/>
              <a:t>ON</a:t>
            </a:r>
            <a:r>
              <a:rPr lang="ko-KR" altLang="en-US" dirty="0"/>
              <a:t>하면 커런트 작업 내의 지정블록에서 내용을 인식할 수 있습니다</a:t>
            </a:r>
            <a:r>
              <a:rPr lang="en-US" altLang="ko-KR" dirty="0"/>
              <a:t>. </a:t>
            </a:r>
            <a:r>
              <a:rPr lang="ko-KR" altLang="en-US" dirty="0"/>
              <a:t>인식한 결과는 </a:t>
            </a:r>
            <a:r>
              <a:rPr lang="en-US" altLang="ko-KR" dirty="0" smtClean="0"/>
              <a:t>Response Data</a:t>
            </a:r>
            <a:r>
              <a:rPr lang="ko-KR" altLang="en-US" dirty="0"/>
              <a:t>에 저장됩니다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202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Job Edit Start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Address : 0 , bit : 8</a:t>
            </a:r>
          </a:p>
          <a:p>
            <a:r>
              <a:rPr lang="en-US" altLang="ko-KR" dirty="0" smtClean="0"/>
              <a:t>0</a:t>
            </a:r>
            <a:r>
              <a:rPr lang="en-US" altLang="ko-KR" dirty="0"/>
              <a:t>→1 : Edit Start</a:t>
            </a:r>
          </a:p>
          <a:p>
            <a:r>
              <a:rPr lang="en-US" altLang="ko-KR" dirty="0"/>
              <a:t>1→0 : Edit End</a:t>
            </a:r>
          </a:p>
          <a:p>
            <a:r>
              <a:rPr lang="ko-KR" altLang="en-US" dirty="0"/>
              <a:t>작업 편집을 시작합니다</a:t>
            </a:r>
            <a:r>
              <a:rPr lang="en-US" altLang="ko-KR" dirty="0"/>
              <a:t>. </a:t>
            </a:r>
            <a:r>
              <a:rPr lang="ko-KR" altLang="en-US" dirty="0"/>
              <a:t>편집 시작이 정상적으로 수신된 경우 그 후의 작업</a:t>
            </a:r>
          </a:p>
          <a:p>
            <a:r>
              <a:rPr lang="ko-KR" altLang="en-US" dirty="0"/>
              <a:t>변경 요구는 일시적으로 컨트롤러 내에서 저장되어 편집 종료 시에 한꺼번에</a:t>
            </a:r>
          </a:p>
          <a:p>
            <a:r>
              <a:rPr lang="ko-KR" altLang="en-US" dirty="0"/>
              <a:t>전개 처리를 실행합니다</a:t>
            </a:r>
            <a:r>
              <a:rPr lang="en-US" altLang="ko-KR" dirty="0"/>
              <a:t>. </a:t>
            </a:r>
            <a:r>
              <a:rPr lang="ko-KR" altLang="en-US" dirty="0"/>
              <a:t>작업 편집에 의하여 통신 시간을 단축할 경우에</a:t>
            </a:r>
          </a:p>
          <a:p>
            <a:r>
              <a:rPr lang="ko-KR" altLang="en-US" dirty="0"/>
              <a:t>사용합니다</a:t>
            </a:r>
            <a:r>
              <a:rPr lang="en-US" altLang="ko-KR" dirty="0"/>
              <a:t>. </a:t>
            </a:r>
            <a:r>
              <a:rPr lang="ko-KR" altLang="en-US" dirty="0"/>
              <a:t>편집 시작이 정상적으로 진행된 경우 </a:t>
            </a:r>
            <a:r>
              <a:rPr lang="en-US" altLang="ko-KR" dirty="0"/>
              <a:t>Job Edit Busy Status</a:t>
            </a:r>
            <a:r>
              <a:rPr lang="ko-KR" altLang="en-US" dirty="0"/>
              <a:t>가</a:t>
            </a:r>
          </a:p>
          <a:p>
            <a:r>
              <a:rPr lang="en-US" altLang="ko-KR" dirty="0"/>
              <a:t>ON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편집 완료가 정상적으로 진행된 경우 </a:t>
            </a:r>
            <a:r>
              <a:rPr lang="en-US" altLang="ko-KR" dirty="0"/>
              <a:t>Job Edit Complete</a:t>
            </a:r>
            <a:r>
              <a:rPr lang="ko-KR" altLang="en-US" dirty="0"/>
              <a:t>가</a:t>
            </a:r>
          </a:p>
          <a:p>
            <a:r>
              <a:rPr lang="en-US" altLang="ko-KR" dirty="0"/>
              <a:t>ON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566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Job 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0</a:t>
            </a:r>
          </a:p>
          <a:p>
            <a:r>
              <a:rPr lang="en-US" altLang="ko-KR" dirty="0" smtClean="0"/>
              <a:t>0</a:t>
            </a:r>
            <a:r>
              <a:rPr lang="en-US" altLang="ko-KR" dirty="0"/>
              <a:t>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작업 번호를 변경합니다</a:t>
            </a:r>
            <a:r>
              <a:rPr lang="en-US" altLang="ko-KR" dirty="0"/>
              <a:t>※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085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Rank 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1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I/O </a:t>
            </a:r>
            <a:r>
              <a:rPr lang="ko-KR" altLang="en-US" dirty="0"/>
              <a:t>지정 문자를 변경합니다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7640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No </a:t>
            </a:r>
            <a:r>
              <a:rPr lang="en-US" altLang="ko-KR" dirty="0" smtClean="0"/>
              <a:t>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2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-</a:t>
            </a:r>
            <a:endParaRPr lang="en-US" altLang="ko-KR" dirty="0" smtClean="0"/>
          </a:p>
          <a:p>
            <a:r>
              <a:rPr lang="ko-KR" altLang="en-US" dirty="0"/>
              <a:t>변경 대상으로 할 카운터 번호를 변경합니다</a:t>
            </a:r>
            <a:r>
              <a:rPr lang="en-US" altLang="ko-KR" dirty="0"/>
              <a:t>.※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1052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Value </a:t>
            </a:r>
            <a:r>
              <a:rPr lang="en-US" altLang="ko-KR" dirty="0" smtClean="0"/>
              <a:t>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3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 값을 </a:t>
            </a:r>
            <a:r>
              <a:rPr lang="ko-KR" altLang="en-US" dirty="0"/>
              <a:t>변경합니다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2930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Up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4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 값을 </a:t>
            </a:r>
            <a:r>
              <a:rPr lang="en-US" altLang="ko-KR" dirty="0"/>
              <a:t>Up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1613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Down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5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 값을 </a:t>
            </a:r>
            <a:r>
              <a:rPr lang="en-US" altLang="ko-KR" dirty="0"/>
              <a:t>Down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3180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Reset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6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en-US" altLang="ko-KR" dirty="0"/>
              <a:t>Counter No Change Request</a:t>
            </a:r>
            <a:r>
              <a:rPr lang="ko-KR" altLang="en-US" dirty="0"/>
              <a:t>에서 표시 대상으로 설정한 카운터의 </a:t>
            </a:r>
            <a:r>
              <a:rPr lang="ko-KR" altLang="en-US" dirty="0" smtClean="0"/>
              <a:t>카운터를 </a:t>
            </a:r>
            <a:r>
              <a:rPr lang="en-US" altLang="ko-KR" dirty="0" smtClean="0"/>
              <a:t>Reset</a:t>
            </a:r>
            <a:r>
              <a:rPr lang="ko-KR" altLang="en-US" dirty="0"/>
              <a:t>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932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 ID </a:t>
            </a:r>
            <a:r>
              <a:rPr lang="en-US" altLang="ko-KR" dirty="0" smtClean="0"/>
              <a:t>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1 , bit : 8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이동 정보 </a:t>
            </a:r>
            <a:r>
              <a:rPr lang="en-US" altLang="ko-KR" dirty="0"/>
              <a:t>ID</a:t>
            </a:r>
            <a:r>
              <a:rPr lang="ko-KR" altLang="en-US" dirty="0"/>
              <a:t>를 변경합니다</a:t>
            </a:r>
            <a:r>
              <a:rPr lang="en-US" altLang="ko-KR" dirty="0"/>
              <a:t>. System Info ID Change Request</a:t>
            </a:r>
            <a:r>
              <a:rPr lang="ko-KR" altLang="en-US" dirty="0"/>
              <a:t>에 의한 </a:t>
            </a:r>
            <a:r>
              <a:rPr lang="ko-KR" altLang="en-US" dirty="0" smtClean="0"/>
              <a:t>가동 정보</a:t>
            </a:r>
            <a:r>
              <a:rPr lang="en-US" altLang="ko-KR" dirty="0"/>
              <a:t>ID </a:t>
            </a:r>
            <a:r>
              <a:rPr lang="ko-KR" altLang="en-US" dirty="0"/>
              <a:t>변경 완료를 표시합니다</a:t>
            </a:r>
            <a:r>
              <a:rPr lang="en-US" altLang="ko-KR" dirty="0"/>
              <a:t>.※ 1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29" y="4271720"/>
            <a:ext cx="2880245" cy="218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38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Setting String </a:t>
            </a:r>
            <a:r>
              <a:rPr lang="en-US" altLang="ko-KR" dirty="0" smtClean="0"/>
              <a:t>Read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2 , bit : 8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-</a:t>
            </a:r>
            <a:endParaRPr lang="en-US" altLang="ko-KR" dirty="0" smtClean="0"/>
          </a:p>
          <a:p>
            <a:r>
              <a:rPr lang="ko-KR" altLang="en-US" dirty="0"/>
              <a:t>설정 내용을 읽습니다</a:t>
            </a:r>
            <a:r>
              <a:rPr lang="en-US" altLang="ko-KR" dirty="0"/>
              <a:t>.※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49313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Marked String </a:t>
            </a:r>
            <a:r>
              <a:rPr lang="en-US" altLang="ko-KR" dirty="0" smtClean="0"/>
              <a:t>Read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2 , bit : 9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인쇄한 내용을 읽습니다</a:t>
            </a:r>
            <a:r>
              <a:rPr lang="en-US" altLang="ko-KR" dirty="0"/>
              <a:t>.※ 2</a:t>
            </a:r>
          </a:p>
          <a:p>
            <a:r>
              <a:rPr lang="ko-KR" altLang="en-US" dirty="0"/>
              <a:t>인쇄 전에 요구하면 에러가 발생합니다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0730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 Change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2 , bit : 10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-</a:t>
            </a:r>
            <a:endParaRPr lang="en-US" altLang="ko-KR" dirty="0" smtClean="0"/>
          </a:p>
          <a:p>
            <a:r>
              <a:rPr lang="ko-KR" altLang="en-US" dirty="0"/>
              <a:t>커런트 작업의 인쇄 내용을 변경합니다</a:t>
            </a:r>
            <a:r>
              <a:rPr lang="en-US" altLang="ko-KR" dirty="0"/>
              <a:t>. Request No</a:t>
            </a:r>
            <a:r>
              <a:rPr lang="ko-KR" altLang="en-US" dirty="0"/>
              <a:t>에 블록</a:t>
            </a:r>
            <a:r>
              <a:rPr lang="en-US" altLang="ko-KR" dirty="0"/>
              <a:t>No., </a:t>
            </a:r>
            <a:r>
              <a:rPr lang="en-US" altLang="ko-KR" dirty="0" smtClean="0"/>
              <a:t>Request Data</a:t>
            </a:r>
            <a:r>
              <a:rPr lang="ko-KR" altLang="en-US" dirty="0"/>
              <a:t>에 문자열</a:t>
            </a:r>
            <a:r>
              <a:rPr lang="en-US" altLang="ko-KR" dirty="0"/>
              <a:t>, Request Data Size</a:t>
            </a:r>
            <a:r>
              <a:rPr lang="ko-KR" altLang="en-US" dirty="0"/>
              <a:t>에 문자열의 데이터 길이를 </a:t>
            </a:r>
            <a:r>
              <a:rPr lang="ko-KR" altLang="en-US" dirty="0" smtClean="0"/>
              <a:t>저장해 주십시오</a:t>
            </a:r>
            <a:r>
              <a:rPr lang="en-US" altLang="ko-KR" dirty="0"/>
              <a:t>. </a:t>
            </a:r>
            <a:r>
              <a:rPr lang="ko-KR" altLang="en-US" dirty="0" smtClean="0"/>
              <a:t>데이터 </a:t>
            </a:r>
            <a:r>
              <a:rPr lang="ko-KR" altLang="en-US" dirty="0"/>
              <a:t>길이의 최대값은 </a:t>
            </a:r>
            <a:r>
              <a:rPr lang="en-US" altLang="ko-KR" dirty="0"/>
              <a:t>250byte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9608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</a:t>
            </a:r>
            <a:r>
              <a:rPr lang="en-US" altLang="ko-KR" dirty="0" smtClean="0"/>
              <a:t>Send Request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3 , bit : 8</a:t>
            </a:r>
          </a:p>
          <a:p>
            <a:r>
              <a:rPr lang="en-US" altLang="ko-KR" dirty="0"/>
              <a:t>0→1 : Request</a:t>
            </a:r>
          </a:p>
          <a:p>
            <a:r>
              <a:rPr lang="en-US" altLang="ko-KR" dirty="0"/>
              <a:t>1→0 : </a:t>
            </a:r>
            <a:r>
              <a:rPr lang="en-US" altLang="ko-KR" dirty="0" smtClean="0"/>
              <a:t>-</a:t>
            </a:r>
          </a:p>
          <a:p>
            <a:r>
              <a:rPr lang="ko-KR" altLang="en-US" dirty="0"/>
              <a:t>통신 커맨드를 송신합니다</a:t>
            </a:r>
            <a:r>
              <a:rPr lang="en-US" altLang="ko-KR" dirty="0"/>
              <a:t>. Request Data</a:t>
            </a:r>
            <a:r>
              <a:rPr lang="ko-KR" altLang="en-US" dirty="0"/>
              <a:t>에 통신 커맨드를 </a:t>
            </a:r>
            <a:r>
              <a:rPr lang="en-US" altLang="ko-KR" dirty="0" smtClean="0"/>
              <a:t>Request Data </a:t>
            </a:r>
            <a:r>
              <a:rPr lang="en-US" altLang="ko-KR" dirty="0"/>
              <a:t>Size</a:t>
            </a:r>
            <a:r>
              <a:rPr lang="ko-KR" altLang="en-US" dirty="0"/>
              <a:t>에 데이터 길이를 저장해 주십시오</a:t>
            </a:r>
            <a:r>
              <a:rPr lang="en-US" altLang="ko-KR" dirty="0"/>
              <a:t>. </a:t>
            </a:r>
            <a:r>
              <a:rPr lang="ko-KR" altLang="en-US" dirty="0"/>
              <a:t>데이터 길이의 </a:t>
            </a:r>
            <a:r>
              <a:rPr lang="ko-KR" altLang="en-US" dirty="0" smtClean="0"/>
              <a:t>최대값은 </a:t>
            </a:r>
            <a:r>
              <a:rPr lang="en-US" altLang="ko-KR" dirty="0" smtClean="0"/>
              <a:t>250byte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응답은 </a:t>
            </a:r>
            <a:r>
              <a:rPr lang="en-US" altLang="ko-KR" dirty="0"/>
              <a:t>Response Data</a:t>
            </a:r>
            <a:r>
              <a:rPr lang="ko-KR" altLang="en-US" dirty="0"/>
              <a:t>에 저장됩니다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137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Job Edit Complete </a:t>
            </a:r>
            <a:r>
              <a:rPr lang="en-US" altLang="ko-KR" dirty="0" smtClean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6 , bit : 8</a:t>
            </a:r>
          </a:p>
          <a:p>
            <a:r>
              <a:rPr lang="en-US" altLang="ko-KR" dirty="0" smtClean="0"/>
              <a:t>0→1 : </a:t>
            </a:r>
            <a:r>
              <a:rPr lang="en-US" altLang="ko-KR" dirty="0"/>
              <a:t>Complete </a:t>
            </a:r>
            <a:r>
              <a:rPr lang="en-US" altLang="ko-KR" dirty="0" smtClean="0"/>
              <a:t>Clear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Job Edit Complete, Job Edit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071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Job Change </a:t>
            </a:r>
            <a:r>
              <a:rPr lang="en-US" altLang="ko-KR" dirty="0" smtClean="0"/>
              <a:t>Complete Bit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0</a:t>
            </a:r>
          </a:p>
          <a:p>
            <a:r>
              <a:rPr lang="en-US" altLang="ko-KR" dirty="0" smtClean="0"/>
              <a:t>0→1 : </a:t>
            </a:r>
            <a:r>
              <a:rPr lang="en-US" altLang="ko-KR" dirty="0"/>
              <a:t>Complete </a:t>
            </a:r>
            <a:r>
              <a:rPr lang="en-US" altLang="ko-KR" dirty="0" smtClean="0"/>
              <a:t>Clear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Job Change Complete, Job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51971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Rank Change </a:t>
            </a:r>
            <a:r>
              <a:rPr lang="en-US" altLang="ko-KR" dirty="0" smtClean="0"/>
              <a:t>Complete Bit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1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Rank Change Complete, Rank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633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No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2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No Complete, Counter No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5556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Value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3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Value Complete, Counter Value Change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76220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</a:t>
            </a:r>
            <a:r>
              <a:rPr lang="en-US" altLang="ko-KR" dirty="0" smtClean="0"/>
              <a:t>Up Complete Bit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4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Up Complete, Counter Up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42622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</a:t>
            </a:r>
            <a:r>
              <a:rPr lang="en-US" altLang="ko-KR" dirty="0" smtClean="0"/>
              <a:t>Down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5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Down Complete, Counter Down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1569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Counter </a:t>
            </a:r>
            <a:r>
              <a:rPr lang="en-US" altLang="ko-KR" dirty="0" smtClean="0"/>
              <a:t>Reset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6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Counter Reset Complete, Counter Reset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64146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Info ID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7 , bit : 8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System Info ID Change Complete, System Info ID Change Error 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7742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Setting String </a:t>
            </a:r>
            <a:r>
              <a:rPr lang="en-US" altLang="ko-KR" dirty="0" smtClean="0"/>
              <a:t>Read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8 , bit : 0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Setting String Read Complete, Setting String Read Request Error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00564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Marked String </a:t>
            </a:r>
            <a:r>
              <a:rPr lang="en-US" altLang="ko-KR" dirty="0" smtClean="0"/>
              <a:t>Read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8 , bit : 1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Marked String Read Complete, Marked String Read Request Error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0478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String </a:t>
            </a:r>
            <a:r>
              <a:rPr lang="en-US" altLang="ko-KR" dirty="0" smtClean="0"/>
              <a:t>Change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8 , bit : 2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String Change Complete, String Change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32620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Command </a:t>
            </a:r>
            <a:r>
              <a:rPr lang="en-US" altLang="ko-KR" dirty="0" smtClean="0"/>
              <a:t>Send Complete </a:t>
            </a:r>
            <a:r>
              <a:rPr lang="en-US" altLang="ko-KR" dirty="0"/>
              <a:t>Bit Clear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Address : 9 , bit : 8</a:t>
            </a:r>
          </a:p>
          <a:p>
            <a:r>
              <a:rPr lang="en-US" altLang="ko-KR" dirty="0" smtClean="0"/>
              <a:t>0→1 : Complete Clear </a:t>
            </a:r>
          </a:p>
          <a:p>
            <a:r>
              <a:rPr lang="en-US" altLang="ko-KR" dirty="0" smtClean="0"/>
              <a:t>1→0 : -</a:t>
            </a:r>
          </a:p>
          <a:p>
            <a:r>
              <a:rPr lang="en-US" altLang="ko-KR" dirty="0"/>
              <a:t>Command Send Complete, Command Send Request Error</a:t>
            </a:r>
            <a:r>
              <a:rPr lang="ko-KR" altLang="en-US" dirty="0"/>
              <a:t>를 </a:t>
            </a:r>
            <a:r>
              <a:rPr lang="ko-KR" altLang="en-US" dirty="0" err="1"/>
              <a:t>리셋합니다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9696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</a:t>
            </a:r>
            <a:r>
              <a:rPr lang="en-US" altLang="ko-KR" dirty="0"/>
              <a:t>No.</a:t>
            </a:r>
            <a:r>
              <a:rPr lang="ko-KR" altLang="en-US" dirty="0"/>
              <a:t>를 변경하여 </a:t>
            </a:r>
            <a:r>
              <a:rPr lang="ko-KR" altLang="en-US" dirty="0" smtClean="0"/>
              <a:t>인쇄를 시작하기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시퀀스</a:t>
            </a:r>
            <a:endParaRPr lang="en-US" altLang="ko-KR" dirty="0" smtClean="0"/>
          </a:p>
          <a:p>
            <a:pPr lvl="1"/>
            <a:r>
              <a:rPr lang="en-US" altLang="ko-KR" dirty="0" err="1"/>
              <a:t>ChangeJob</a:t>
            </a:r>
            <a:r>
              <a:rPr lang="ko-KR" altLang="en-US" dirty="0"/>
              <a:t>을 </a:t>
            </a:r>
            <a:r>
              <a:rPr lang="en-US" altLang="ko-KR" dirty="0"/>
              <a:t>ON</a:t>
            </a:r>
            <a:r>
              <a:rPr lang="ko-KR" altLang="en-US" dirty="0"/>
              <a:t>하기</a:t>
            </a:r>
            <a:r>
              <a:rPr lang="en-US" altLang="ko-KR" dirty="0" smtClean="0"/>
              <a:t>.</a:t>
            </a:r>
          </a:p>
          <a:p>
            <a:pPr lvl="2"/>
            <a:r>
              <a:rPr lang="en-US" altLang="ko-KR" dirty="0" smtClean="0"/>
              <a:t>Job Change Complete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OFF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Ready Status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ON</a:t>
            </a:r>
            <a:r>
              <a:rPr lang="ko-KR" altLang="en-US" dirty="0" smtClean="0"/>
              <a:t>이면 </a:t>
            </a:r>
            <a:r>
              <a:rPr lang="en-US" altLang="ko-KR" dirty="0" smtClean="0"/>
              <a:t>Request No.</a:t>
            </a:r>
            <a:r>
              <a:rPr lang="ko-KR" altLang="en-US" dirty="0" smtClean="0"/>
              <a:t>에「 </a:t>
            </a:r>
            <a:r>
              <a:rPr lang="en-US" altLang="ko-KR" dirty="0" smtClean="0"/>
              <a:t>1</a:t>
            </a:r>
            <a:r>
              <a:rPr lang="ko-KR" altLang="en-US" dirty="0" smtClean="0"/>
              <a:t>」이 저장됩니다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lvl="1"/>
            <a:r>
              <a:rPr lang="en-US" altLang="ko-KR" dirty="0" err="1" smtClean="0"/>
              <a:t>ChangeJob</a:t>
            </a:r>
            <a:r>
              <a:rPr lang="en-US" altLang="ko-KR" dirty="0" smtClean="0"/>
              <a:t> </a:t>
            </a:r>
            <a:r>
              <a:rPr lang="ko-KR" altLang="en-US" dirty="0"/>
              <a:t>완료 후에 </a:t>
            </a:r>
            <a:r>
              <a:rPr lang="en-US" altLang="ko-KR" dirty="0"/>
              <a:t>Job Change Request </a:t>
            </a:r>
            <a:r>
              <a:rPr lang="ko-KR" altLang="en-US" dirty="0"/>
              <a:t>실행하기</a:t>
            </a:r>
            <a:r>
              <a:rPr lang="en-US" altLang="ko-KR" dirty="0" smtClean="0"/>
              <a:t>.</a:t>
            </a:r>
          </a:p>
          <a:p>
            <a:pPr lvl="2"/>
            <a:r>
              <a:rPr lang="ko-KR" altLang="en-US" dirty="0"/>
              <a:t>작업 번호 </a:t>
            </a:r>
            <a:r>
              <a:rPr lang="en-US" altLang="ko-KR" dirty="0"/>
              <a:t>1</a:t>
            </a:r>
            <a:r>
              <a:rPr lang="ko-KR" altLang="en-US" dirty="0"/>
              <a:t>로 전환합니다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Job Change Complete</a:t>
            </a:r>
            <a:r>
              <a:rPr lang="ko-KR" altLang="en-US" dirty="0"/>
              <a:t>가 </a:t>
            </a:r>
            <a:r>
              <a:rPr lang="en-US" altLang="ko-KR" dirty="0"/>
              <a:t>ON</a:t>
            </a:r>
            <a:r>
              <a:rPr lang="ko-KR" altLang="en-US" dirty="0"/>
              <a:t>되면 </a:t>
            </a:r>
            <a:r>
              <a:rPr lang="en-US" altLang="ko-KR" dirty="0"/>
              <a:t>Start Marking </a:t>
            </a:r>
            <a:r>
              <a:rPr lang="en-US" altLang="ko-KR" dirty="0" smtClean="0"/>
              <a:t>Request </a:t>
            </a:r>
            <a:r>
              <a:rPr lang="ko-KR" altLang="en-US" dirty="0" smtClean="0"/>
              <a:t>가 </a:t>
            </a:r>
            <a:r>
              <a:rPr lang="en-US" altLang="ko-KR" dirty="0"/>
              <a:t>ON</a:t>
            </a:r>
            <a:r>
              <a:rPr lang="ko-KR" altLang="en-US" dirty="0"/>
              <a:t>됩니다</a:t>
            </a:r>
            <a:r>
              <a:rPr lang="en-US" altLang="ko-KR" dirty="0" smtClean="0"/>
              <a:t>.</a:t>
            </a:r>
          </a:p>
          <a:p>
            <a:pPr lvl="2"/>
            <a:r>
              <a:rPr lang="ko-KR" altLang="en-US" dirty="0"/>
              <a:t>인쇄가 시작됩니다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/>
              <a:t>Marking Complete2</a:t>
            </a:r>
            <a:r>
              <a:rPr lang="ko-KR" altLang="en-US" dirty="0"/>
              <a:t>를 </a:t>
            </a:r>
            <a:r>
              <a:rPr lang="en-US" altLang="ko-KR" dirty="0"/>
              <a:t>ON</a:t>
            </a:r>
            <a:r>
              <a:rPr lang="ko-KR" altLang="en-US" dirty="0"/>
              <a:t>하면 </a:t>
            </a:r>
            <a:r>
              <a:rPr lang="en-US" altLang="ko-KR" dirty="0"/>
              <a:t>Job Change </a:t>
            </a:r>
            <a:r>
              <a:rPr lang="en-US" altLang="ko-KR" dirty="0" smtClean="0"/>
              <a:t>Complete Bit </a:t>
            </a:r>
            <a:r>
              <a:rPr lang="en-US" altLang="ko-KR" dirty="0"/>
              <a:t>Clear</a:t>
            </a:r>
            <a:r>
              <a:rPr lang="ko-KR" altLang="en-US" dirty="0"/>
              <a:t>과 </a:t>
            </a:r>
            <a:r>
              <a:rPr lang="en-US" altLang="ko-KR" dirty="0"/>
              <a:t>Marking Complete Bit clear</a:t>
            </a:r>
            <a:r>
              <a:rPr lang="ko-KR" altLang="en-US" dirty="0"/>
              <a:t>가 </a:t>
            </a:r>
            <a:r>
              <a:rPr lang="en-US" altLang="ko-KR" dirty="0"/>
              <a:t>ON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9020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8863</TotalTime>
  <Words>1525</Words>
  <Application>Microsoft Office PowerPoint</Application>
  <PresentationFormat>와이드스크린</PresentationFormat>
  <Paragraphs>266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5" baseType="lpstr">
      <vt:lpstr>맑은 고딕</vt:lpstr>
      <vt:lpstr>Arial</vt:lpstr>
      <vt:lpstr>Wingdings</vt:lpstr>
      <vt:lpstr>Office 테마</vt:lpstr>
      <vt:lpstr>Model별 해성DS 통합 Spec관리</vt:lpstr>
      <vt:lpstr>설비 통합관리 프로그램(캠마스터 PC용)</vt:lpstr>
      <vt:lpstr>설비 통합관리 프로그램</vt:lpstr>
      <vt:lpstr>개발일정</vt:lpstr>
      <vt:lpstr>해성DS Layer별 동작 시나리오</vt:lpstr>
      <vt:lpstr>개발일정</vt:lpstr>
      <vt:lpstr>작업자 설정 화면</vt:lpstr>
      <vt:lpstr>요청사항</vt:lpstr>
      <vt:lpstr>요청사항</vt:lpstr>
      <vt:lpstr>요청사항</vt:lpstr>
      <vt:lpstr>작업자 설정 화면</vt:lpstr>
      <vt:lpstr>작업자 설정 화면</vt:lpstr>
      <vt:lpstr>커맨드 상세</vt:lpstr>
      <vt:lpstr>커맨드 상세</vt:lpstr>
      <vt:lpstr>커맨드 상세(매트릭스 설정)</vt:lpstr>
      <vt:lpstr>커맨드 상세(설정의 신규 작성)</vt:lpstr>
      <vt:lpstr>커맨드 상세 (인쇄 조건)</vt:lpstr>
      <vt:lpstr>커맨드 상세 (현재값 및 상태)</vt:lpstr>
      <vt:lpstr>Keyence 통신 인터페이스</vt:lpstr>
      <vt:lpstr>레이저 마킹기 (MD-X2000/2500시리즈)</vt:lpstr>
      <vt:lpstr>통신 포맷</vt:lpstr>
      <vt:lpstr>커맨드 상세</vt:lpstr>
      <vt:lpstr>커맨드 상세</vt:lpstr>
      <vt:lpstr>커맨드 상세(매트릭스 설정)</vt:lpstr>
      <vt:lpstr>커맨드 상세(설정의 신규 작성)</vt:lpstr>
      <vt:lpstr>커맨드 상세 (인쇄 조건)</vt:lpstr>
      <vt:lpstr>커맨드 상세 (현재값 및 상태)</vt:lpstr>
      <vt:lpstr>커맨드 상세</vt:lpstr>
      <vt:lpstr>커맨드 상세(Read 2D Code)</vt:lpstr>
      <vt:lpstr>커맨드 상세</vt:lpstr>
      <vt:lpstr>커맨드 상세</vt:lpstr>
      <vt:lpstr>커맨드 상세</vt:lpstr>
      <vt:lpstr>Keyence 통신 인터페이스</vt:lpstr>
      <vt:lpstr>참고</vt:lpstr>
      <vt:lpstr>Job Edit Start Request</vt:lpstr>
      <vt:lpstr>Job Change Request</vt:lpstr>
      <vt:lpstr>Rank Change Request</vt:lpstr>
      <vt:lpstr>Counter No Change Request</vt:lpstr>
      <vt:lpstr>Counter Value Change Request</vt:lpstr>
      <vt:lpstr>Counter Up Request</vt:lpstr>
      <vt:lpstr>Counter Down Request</vt:lpstr>
      <vt:lpstr>Counter Reset Request</vt:lpstr>
      <vt:lpstr>System Info ID Change Request</vt:lpstr>
      <vt:lpstr>Setting String Read Request</vt:lpstr>
      <vt:lpstr>Marked String Read Request</vt:lpstr>
      <vt:lpstr>String Change Request</vt:lpstr>
      <vt:lpstr>Command Send Request</vt:lpstr>
      <vt:lpstr>Job Edit Complete Bit Clear</vt:lpstr>
      <vt:lpstr>Job Change Complete Bit Clear</vt:lpstr>
      <vt:lpstr>Rank Change Complete Bit Clear</vt:lpstr>
      <vt:lpstr>Counter No Change Complete Bit Clear</vt:lpstr>
      <vt:lpstr>Counter Value Change Complete Bit Clear</vt:lpstr>
      <vt:lpstr>Counter Up Complete Bit Clear</vt:lpstr>
      <vt:lpstr>Counter Down Complete Bit Clear</vt:lpstr>
      <vt:lpstr>Counter Reset Complete Bit Clear</vt:lpstr>
      <vt:lpstr>System Info ID Change Complete Clear</vt:lpstr>
      <vt:lpstr>Setting String Read Complete Bit Clear</vt:lpstr>
      <vt:lpstr>Marked String Read Complete Bit Clear</vt:lpstr>
      <vt:lpstr>String Change Complete Bit Clear</vt:lpstr>
      <vt:lpstr>Command Send Complete Bit Clear</vt:lpstr>
      <vt:lpstr>작업 No.를 변경하여 인쇄를 시작하기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해성DS Layer별 동작 시나리오</dc:title>
  <dc:creator>Microsoft 계정</dc:creator>
  <cp:lastModifiedBy>Microsoft 계정</cp:lastModifiedBy>
  <cp:revision>43</cp:revision>
  <dcterms:created xsi:type="dcterms:W3CDTF">2026-03-10T05:06:06Z</dcterms:created>
  <dcterms:modified xsi:type="dcterms:W3CDTF">2026-03-30T02:36:22Z</dcterms:modified>
</cp:coreProperties>
</file>