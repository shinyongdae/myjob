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04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120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BAA69-6EED-4953-B570-6BC4E1CA229E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56FA0-53FF-42B0-AF4F-BF6BC04240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2693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BAA69-6EED-4953-B570-6BC4E1CA229E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56FA0-53FF-42B0-AF4F-BF6BC04240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6930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BAA69-6EED-4953-B570-6BC4E1CA229E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56FA0-53FF-42B0-AF4F-BF6BC04240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190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BAA69-6EED-4953-B570-6BC4E1CA229E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56FA0-53FF-42B0-AF4F-BF6BC04240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9302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BAA69-6EED-4953-B570-6BC4E1CA229E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56FA0-53FF-42B0-AF4F-BF6BC04240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2841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BAA69-6EED-4953-B570-6BC4E1CA229E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56FA0-53FF-42B0-AF4F-BF6BC04240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682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BAA69-6EED-4953-B570-6BC4E1CA229E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56FA0-53FF-42B0-AF4F-BF6BC04240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8990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BAA69-6EED-4953-B570-6BC4E1CA229E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56FA0-53FF-42B0-AF4F-BF6BC04240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6293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BAA69-6EED-4953-B570-6BC4E1CA229E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56FA0-53FF-42B0-AF4F-BF6BC04240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4548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BAA69-6EED-4953-B570-6BC4E1CA229E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56FA0-53FF-42B0-AF4F-BF6BC04240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7525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BAA69-6EED-4953-B570-6BC4E1CA229E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56FA0-53FF-42B0-AF4F-BF6BC04240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7795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6BAA69-6EED-4953-B570-6BC4E1CA229E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456FA0-53FF-42B0-AF4F-BF6BC04240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1105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회로도</a:t>
            </a:r>
            <a:endParaRPr lang="ko-KR" altLang="en-US" dirty="0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102901"/>
            <a:ext cx="1334091" cy="3947597"/>
          </a:xfrm>
          <a:prstGeom prst="rect">
            <a:avLst/>
          </a:prstGeom>
        </p:spPr>
      </p:pic>
      <p:cxnSp>
        <p:nvCxnSpPr>
          <p:cNvPr id="11" name="직선 연결선 10"/>
          <p:cNvCxnSpPr/>
          <p:nvPr/>
        </p:nvCxnSpPr>
        <p:spPr>
          <a:xfrm>
            <a:off x="1828800" y="3901440"/>
            <a:ext cx="37597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타원 12"/>
          <p:cNvSpPr/>
          <p:nvPr/>
        </p:nvSpPr>
        <p:spPr>
          <a:xfrm>
            <a:off x="1429045" y="1552675"/>
            <a:ext cx="152400" cy="1524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연결선 13"/>
          <p:cNvCxnSpPr>
            <a:stCxn id="13" idx="4"/>
          </p:cNvCxnSpPr>
          <p:nvPr/>
        </p:nvCxnSpPr>
        <p:spPr>
          <a:xfrm>
            <a:off x="1505245" y="1705075"/>
            <a:ext cx="0" cy="55726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565614" y="1411944"/>
            <a:ext cx="777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12V</a:t>
            </a:r>
            <a:endParaRPr lang="ko-KR" alt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1456601" y="4198650"/>
            <a:ext cx="24968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/>
              <a:t>3</a:t>
            </a:r>
            <a:endParaRPr lang="ko-KR" altLang="en-US" sz="800" dirty="0"/>
          </a:p>
        </p:txBody>
      </p:sp>
      <p:sp>
        <p:nvSpPr>
          <p:cNvPr id="20" name="TextBox 19"/>
          <p:cNvSpPr txBox="1"/>
          <p:nvPr/>
        </p:nvSpPr>
        <p:spPr>
          <a:xfrm>
            <a:off x="1647101" y="3903489"/>
            <a:ext cx="24968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/>
              <a:t>2</a:t>
            </a:r>
            <a:endParaRPr lang="ko-KR" altLang="en-US" sz="800" dirty="0"/>
          </a:p>
        </p:txBody>
      </p:sp>
      <p:sp>
        <p:nvSpPr>
          <p:cNvPr id="21" name="TextBox 20"/>
          <p:cNvSpPr txBox="1"/>
          <p:nvPr/>
        </p:nvSpPr>
        <p:spPr>
          <a:xfrm>
            <a:off x="1456601" y="3453934"/>
            <a:ext cx="24968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/>
              <a:t>1</a:t>
            </a:r>
            <a:endParaRPr lang="ko-KR" altLang="en-US" sz="800" dirty="0"/>
          </a:p>
        </p:txBody>
      </p:sp>
      <p:pic>
        <p:nvPicPr>
          <p:cNvPr id="22" name="그림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5879" y="3259286"/>
            <a:ext cx="4112115" cy="2507387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4771" y="2379107"/>
            <a:ext cx="3820058" cy="3410426"/>
          </a:xfrm>
          <a:prstGeom prst="rect">
            <a:avLst/>
          </a:prstGeom>
        </p:spPr>
      </p:pic>
      <p:sp>
        <p:nvSpPr>
          <p:cNvPr id="23" name="직사각형 22"/>
          <p:cNvSpPr/>
          <p:nvPr/>
        </p:nvSpPr>
        <p:spPr>
          <a:xfrm>
            <a:off x="6888480" y="4239864"/>
            <a:ext cx="868680" cy="636936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7115618" y="4876800"/>
            <a:ext cx="4144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/>
              <a:t>P618</a:t>
            </a:r>
            <a:endParaRPr lang="ko-KR" altLang="en-US" sz="800" dirty="0"/>
          </a:p>
        </p:txBody>
      </p:sp>
      <p:sp>
        <p:nvSpPr>
          <p:cNvPr id="25" name="TextBox 24"/>
          <p:cNvSpPr txBox="1"/>
          <p:nvPr/>
        </p:nvSpPr>
        <p:spPr>
          <a:xfrm>
            <a:off x="6446560" y="4152557"/>
            <a:ext cx="24968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/>
              <a:t>1</a:t>
            </a:r>
            <a:endParaRPr lang="ko-KR" altLang="en-US" sz="800" dirty="0"/>
          </a:p>
        </p:txBody>
      </p:sp>
      <p:sp>
        <p:nvSpPr>
          <p:cNvPr id="26" name="TextBox 25"/>
          <p:cNvSpPr txBox="1"/>
          <p:nvPr/>
        </p:nvSpPr>
        <p:spPr>
          <a:xfrm>
            <a:off x="6446560" y="4512979"/>
            <a:ext cx="24968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/>
              <a:t>2</a:t>
            </a:r>
            <a:endParaRPr lang="ko-KR" altLang="en-US" sz="800" dirty="0"/>
          </a:p>
        </p:txBody>
      </p:sp>
      <p:sp>
        <p:nvSpPr>
          <p:cNvPr id="27" name="TextBox 26"/>
          <p:cNvSpPr txBox="1"/>
          <p:nvPr/>
        </p:nvSpPr>
        <p:spPr>
          <a:xfrm>
            <a:off x="7727700" y="4558332"/>
            <a:ext cx="24968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/>
              <a:t>3</a:t>
            </a:r>
            <a:endParaRPr lang="ko-KR" altLang="en-US" sz="800" dirty="0"/>
          </a:p>
        </p:txBody>
      </p:sp>
      <p:sp>
        <p:nvSpPr>
          <p:cNvPr id="28" name="TextBox 27"/>
          <p:cNvSpPr txBox="1"/>
          <p:nvPr/>
        </p:nvSpPr>
        <p:spPr>
          <a:xfrm>
            <a:off x="7725933" y="4152557"/>
            <a:ext cx="24968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/>
              <a:t>4</a:t>
            </a:r>
            <a:endParaRPr lang="ko-KR" altLang="en-US" sz="800" dirty="0"/>
          </a:p>
        </p:txBody>
      </p:sp>
      <p:sp>
        <p:nvSpPr>
          <p:cNvPr id="31" name="TextBox 30"/>
          <p:cNvSpPr txBox="1"/>
          <p:nvPr/>
        </p:nvSpPr>
        <p:spPr>
          <a:xfrm>
            <a:off x="7552194" y="3255108"/>
            <a:ext cx="24968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/>
              <a:t>4</a:t>
            </a:r>
            <a:endParaRPr lang="ko-KR" altLang="en-US" sz="800" dirty="0"/>
          </a:p>
        </p:txBody>
      </p:sp>
      <p:sp>
        <p:nvSpPr>
          <p:cNvPr id="32" name="TextBox 31"/>
          <p:cNvSpPr txBox="1"/>
          <p:nvPr/>
        </p:nvSpPr>
        <p:spPr>
          <a:xfrm>
            <a:off x="7544183" y="3824112"/>
            <a:ext cx="24968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/>
              <a:t>3</a:t>
            </a:r>
            <a:endParaRPr lang="ko-KR" altLang="en-US" sz="800" dirty="0"/>
          </a:p>
        </p:txBody>
      </p:sp>
      <p:sp>
        <p:nvSpPr>
          <p:cNvPr id="33" name="TextBox 32"/>
          <p:cNvSpPr txBox="1"/>
          <p:nvPr/>
        </p:nvSpPr>
        <p:spPr>
          <a:xfrm>
            <a:off x="6851842" y="2492915"/>
            <a:ext cx="777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12V</a:t>
            </a:r>
            <a:endParaRPr lang="ko-KR" altLang="en-US" dirty="0"/>
          </a:p>
        </p:txBody>
      </p:sp>
      <p:sp>
        <p:nvSpPr>
          <p:cNvPr id="34" name="타원 33"/>
          <p:cNvSpPr/>
          <p:nvPr/>
        </p:nvSpPr>
        <p:spPr>
          <a:xfrm>
            <a:off x="6714396" y="2690495"/>
            <a:ext cx="152400" cy="1524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5" name="직선 연결선 34"/>
          <p:cNvCxnSpPr/>
          <p:nvPr/>
        </p:nvCxnSpPr>
        <p:spPr>
          <a:xfrm flipH="1">
            <a:off x="6790596" y="2849929"/>
            <a:ext cx="2" cy="40517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그림 3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5932" y="1776311"/>
            <a:ext cx="847415" cy="1980768"/>
          </a:xfrm>
          <a:prstGeom prst="rect">
            <a:avLst/>
          </a:prstGeom>
        </p:spPr>
      </p:pic>
      <p:cxnSp>
        <p:nvCxnSpPr>
          <p:cNvPr id="37" name="직선 연결선 36"/>
          <p:cNvCxnSpPr/>
          <p:nvPr/>
        </p:nvCxnSpPr>
        <p:spPr>
          <a:xfrm>
            <a:off x="3584767" y="2713990"/>
            <a:ext cx="93389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/>
          <p:cNvCxnSpPr/>
          <p:nvPr/>
        </p:nvCxnSpPr>
        <p:spPr>
          <a:xfrm>
            <a:off x="1505245" y="1776311"/>
            <a:ext cx="1512275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그림 4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161" y="2107647"/>
            <a:ext cx="568538" cy="989347"/>
          </a:xfrm>
          <a:prstGeom prst="rect">
            <a:avLst/>
          </a:prstGeom>
        </p:spPr>
      </p:pic>
      <p:cxnSp>
        <p:nvCxnSpPr>
          <p:cNvPr id="45" name="직선 연결선 44"/>
          <p:cNvCxnSpPr/>
          <p:nvPr/>
        </p:nvCxnSpPr>
        <p:spPr>
          <a:xfrm>
            <a:off x="1082892" y="2102901"/>
            <a:ext cx="42235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/>
          <p:cNvCxnSpPr/>
          <p:nvPr/>
        </p:nvCxnSpPr>
        <p:spPr>
          <a:xfrm>
            <a:off x="1082892" y="3092247"/>
            <a:ext cx="42235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직사각형 48"/>
          <p:cNvSpPr/>
          <p:nvPr/>
        </p:nvSpPr>
        <p:spPr>
          <a:xfrm>
            <a:off x="8564879" y="4968240"/>
            <a:ext cx="302209" cy="935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/>
          <p:cNvSpPr txBox="1"/>
          <p:nvPr/>
        </p:nvSpPr>
        <p:spPr>
          <a:xfrm>
            <a:off x="8506433" y="4914974"/>
            <a:ext cx="4191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 smtClean="0"/>
              <a:t>10uF</a:t>
            </a:r>
            <a:endParaRPr lang="ko-KR" altLang="en-US" sz="700" dirty="0"/>
          </a:p>
        </p:txBody>
      </p:sp>
      <p:pic>
        <p:nvPicPr>
          <p:cNvPr id="50" name="그림 4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42807" y="3098183"/>
            <a:ext cx="1378228" cy="1269818"/>
          </a:xfrm>
          <a:prstGeom prst="rect">
            <a:avLst/>
          </a:prstGeom>
        </p:spPr>
      </p:pic>
      <p:pic>
        <p:nvPicPr>
          <p:cNvPr id="51" name="Picture 2" descr="Купить B1205S-1W DC-DC изолированный преобразователь (B0505S-2) официальный  магазин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9980" y="206672"/>
            <a:ext cx="2856248" cy="2332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4" descr="B1212S-1W (12V-12V) DC-DC преобразователь — Microelectronica | Магазин  микроэлектроники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6554" y="140065"/>
            <a:ext cx="2312825" cy="2312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그림 5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34120" y="3470552"/>
            <a:ext cx="406342" cy="38511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977486" y="3816544"/>
            <a:ext cx="24968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/>
              <a:t>1</a:t>
            </a:r>
            <a:endParaRPr lang="ko-KR" altLang="en-US" sz="800" dirty="0"/>
          </a:p>
        </p:txBody>
      </p:sp>
      <p:sp>
        <p:nvSpPr>
          <p:cNvPr id="30" name="TextBox 29"/>
          <p:cNvSpPr txBox="1"/>
          <p:nvPr/>
        </p:nvSpPr>
        <p:spPr>
          <a:xfrm>
            <a:off x="7008577" y="3255108"/>
            <a:ext cx="24968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/>
              <a:t>2</a:t>
            </a:r>
            <a:endParaRPr lang="ko-KR" altLang="en-US" sz="800" dirty="0"/>
          </a:p>
        </p:txBody>
      </p:sp>
      <p:pic>
        <p:nvPicPr>
          <p:cNvPr id="54" name="그림 5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68217" y="3470093"/>
            <a:ext cx="406342" cy="385115"/>
          </a:xfrm>
          <a:prstGeom prst="rect">
            <a:avLst/>
          </a:prstGeom>
        </p:spPr>
      </p:pic>
      <p:sp>
        <p:nvSpPr>
          <p:cNvPr id="55" name="직사각형 54"/>
          <p:cNvSpPr/>
          <p:nvPr/>
        </p:nvSpPr>
        <p:spPr>
          <a:xfrm>
            <a:off x="7045700" y="3674169"/>
            <a:ext cx="87721" cy="935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직사각형 55"/>
          <p:cNvSpPr/>
          <p:nvPr/>
        </p:nvSpPr>
        <p:spPr>
          <a:xfrm>
            <a:off x="7787932" y="3669378"/>
            <a:ext cx="87721" cy="935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TextBox 56"/>
          <p:cNvSpPr txBox="1"/>
          <p:nvPr/>
        </p:nvSpPr>
        <p:spPr>
          <a:xfrm>
            <a:off x="6975930" y="3613182"/>
            <a:ext cx="269501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00" dirty="0" smtClean="0"/>
              <a:t>0.1</a:t>
            </a:r>
            <a:endParaRPr lang="ko-KR" altLang="en-US" sz="500" dirty="0"/>
          </a:p>
        </p:txBody>
      </p:sp>
      <p:sp>
        <p:nvSpPr>
          <p:cNvPr id="58" name="TextBox 57"/>
          <p:cNvSpPr txBox="1"/>
          <p:nvPr/>
        </p:nvSpPr>
        <p:spPr>
          <a:xfrm>
            <a:off x="7706120" y="3613373"/>
            <a:ext cx="269501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00" dirty="0" smtClean="0"/>
              <a:t>0.1</a:t>
            </a:r>
            <a:endParaRPr lang="ko-KR" altLang="en-US" sz="500" dirty="0"/>
          </a:p>
        </p:txBody>
      </p:sp>
      <p:sp>
        <p:nvSpPr>
          <p:cNvPr id="59" name="직사각형 58"/>
          <p:cNvSpPr/>
          <p:nvPr/>
        </p:nvSpPr>
        <p:spPr>
          <a:xfrm>
            <a:off x="9159874" y="5072021"/>
            <a:ext cx="58747" cy="935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TextBox 59"/>
          <p:cNvSpPr txBox="1"/>
          <p:nvPr/>
        </p:nvSpPr>
        <p:spPr>
          <a:xfrm>
            <a:off x="9041310" y="5017324"/>
            <a:ext cx="269501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00" dirty="0" smtClean="0"/>
              <a:t>4.7</a:t>
            </a:r>
            <a:endParaRPr lang="ko-KR" altLang="en-US" sz="500" dirty="0"/>
          </a:p>
        </p:txBody>
      </p:sp>
      <p:cxnSp>
        <p:nvCxnSpPr>
          <p:cNvPr id="4" name="직선 연결선 3"/>
          <p:cNvCxnSpPr/>
          <p:nvPr/>
        </p:nvCxnSpPr>
        <p:spPr>
          <a:xfrm>
            <a:off x="7885177" y="3453934"/>
            <a:ext cx="0" cy="44750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직사각형 60"/>
          <p:cNvSpPr/>
          <p:nvPr/>
        </p:nvSpPr>
        <p:spPr>
          <a:xfrm>
            <a:off x="7188525" y="3891383"/>
            <a:ext cx="402899" cy="935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TextBox 61"/>
          <p:cNvSpPr txBox="1"/>
          <p:nvPr/>
        </p:nvSpPr>
        <p:spPr>
          <a:xfrm>
            <a:off x="7137796" y="3846404"/>
            <a:ext cx="522342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00" dirty="0" smtClean="0"/>
              <a:t>B1205S-1W</a:t>
            </a:r>
            <a:endParaRPr lang="ko-KR" altLang="en-US" sz="500" dirty="0"/>
          </a:p>
        </p:txBody>
      </p:sp>
      <p:sp>
        <p:nvSpPr>
          <p:cNvPr id="64" name="직사각형 63"/>
          <p:cNvSpPr/>
          <p:nvPr/>
        </p:nvSpPr>
        <p:spPr>
          <a:xfrm>
            <a:off x="3099090" y="3161584"/>
            <a:ext cx="461890" cy="935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TextBox 62"/>
          <p:cNvSpPr txBox="1"/>
          <p:nvPr/>
        </p:nvSpPr>
        <p:spPr>
          <a:xfrm>
            <a:off x="3013668" y="3106403"/>
            <a:ext cx="59861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00" dirty="0" smtClean="0"/>
              <a:t>220ohm(1/2W)</a:t>
            </a:r>
            <a:endParaRPr lang="ko-KR" altLang="en-US" sz="500" dirty="0"/>
          </a:p>
        </p:txBody>
      </p:sp>
      <p:sp>
        <p:nvSpPr>
          <p:cNvPr id="65" name="직사각형 64"/>
          <p:cNvSpPr/>
          <p:nvPr/>
        </p:nvSpPr>
        <p:spPr>
          <a:xfrm>
            <a:off x="3091869" y="2324181"/>
            <a:ext cx="461890" cy="935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TextBox 65"/>
          <p:cNvSpPr txBox="1"/>
          <p:nvPr/>
        </p:nvSpPr>
        <p:spPr>
          <a:xfrm>
            <a:off x="3013668" y="2263869"/>
            <a:ext cx="59861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00" dirty="0" smtClean="0"/>
              <a:t>220ohm(1/2W)</a:t>
            </a:r>
            <a:endParaRPr lang="ko-KR" altLang="en-US" sz="500" dirty="0"/>
          </a:p>
        </p:txBody>
      </p:sp>
    </p:spTree>
    <p:extLst>
      <p:ext uri="{BB962C8B-B14F-4D97-AF65-F5344CB8AC3E}">
        <p14:creationId xmlns:p14="http://schemas.microsoft.com/office/powerpoint/2010/main" val="25628492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1658</TotalTime>
  <Words>24</Words>
  <Application>Microsoft Office PowerPoint</Application>
  <PresentationFormat>와이드스크린</PresentationFormat>
  <Paragraphs>22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회로도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회로도</dc:title>
  <dc:creator>Microsoft 계정</dc:creator>
  <cp:lastModifiedBy>Microsoft 계정</cp:lastModifiedBy>
  <cp:revision>12</cp:revision>
  <cp:lastPrinted>2026-03-24T06:31:24Z</cp:lastPrinted>
  <dcterms:created xsi:type="dcterms:W3CDTF">2026-03-24T05:59:55Z</dcterms:created>
  <dcterms:modified xsi:type="dcterms:W3CDTF">2026-03-25T09:38:20Z</dcterms:modified>
</cp:coreProperties>
</file>